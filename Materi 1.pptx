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474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0" i="0">
                <a:solidFill>
                  <a:srgbClr val="003366"/>
                </a:solidFill>
                <a:latin typeface="Lucida Sans"/>
                <a:cs typeface="Lucida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0" i="0">
                <a:solidFill>
                  <a:srgbClr val="007BFF"/>
                </a:solidFill>
                <a:latin typeface="Lucida Sans"/>
                <a:cs typeface="Lucida Sa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01-Jun-26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0" i="0">
                <a:solidFill>
                  <a:srgbClr val="003366"/>
                </a:solidFill>
                <a:latin typeface="Lucida Sans"/>
                <a:cs typeface="Lucida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50" b="0" i="0">
                <a:solidFill>
                  <a:srgbClr val="007BFF"/>
                </a:solidFill>
                <a:latin typeface="Lucida Sans"/>
                <a:cs typeface="Lucida Sa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01-Jun-26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0" i="0">
                <a:solidFill>
                  <a:srgbClr val="003366"/>
                </a:solidFill>
                <a:latin typeface="Lucida Sans"/>
                <a:cs typeface="Lucida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01-Jun-26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0" i="0">
                <a:solidFill>
                  <a:srgbClr val="003366"/>
                </a:solidFill>
                <a:latin typeface="Lucida Sans"/>
                <a:cs typeface="Lucida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01-Jun-26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01-Jun-26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8800" y="503276"/>
            <a:ext cx="5619115" cy="492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0" i="0">
                <a:solidFill>
                  <a:srgbClr val="003366"/>
                </a:solidFill>
                <a:latin typeface="Lucida Sans"/>
                <a:cs typeface="Lucida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58800" y="1322556"/>
            <a:ext cx="5930900" cy="41294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0" i="0">
                <a:solidFill>
                  <a:srgbClr val="007BFF"/>
                </a:solidFill>
                <a:latin typeface="Lucida Sans"/>
                <a:cs typeface="Lucida Sa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01-Jun-26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47625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5983223" y="0"/>
              <a:ext cx="798830" cy="6858000"/>
            </a:xfrm>
            <a:custGeom>
              <a:avLst/>
              <a:gdLst/>
              <a:ahLst/>
              <a:cxnLst/>
              <a:rect l="l" t="t" r="r" b="b"/>
              <a:pathLst>
                <a:path w="798829" h="6858000">
                  <a:moveTo>
                    <a:pt x="798575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798575" y="0"/>
                  </a:lnTo>
                  <a:lnTo>
                    <a:pt x="791065" y="362"/>
                  </a:lnTo>
                  <a:lnTo>
                    <a:pt x="783705" y="1450"/>
                  </a:lnTo>
                  <a:lnTo>
                    <a:pt x="744687" y="22318"/>
                  </a:lnTo>
                  <a:lnTo>
                    <a:pt x="723819" y="61331"/>
                  </a:lnTo>
                  <a:lnTo>
                    <a:pt x="722375" y="76199"/>
                  </a:lnTo>
                  <a:lnTo>
                    <a:pt x="722375" y="6781799"/>
                  </a:lnTo>
                  <a:lnTo>
                    <a:pt x="735204" y="6824140"/>
                  </a:lnTo>
                  <a:lnTo>
                    <a:pt x="769406" y="6852208"/>
                  </a:lnTo>
                  <a:lnTo>
                    <a:pt x="791065" y="6857639"/>
                  </a:lnTo>
                  <a:lnTo>
                    <a:pt x="798575" y="6857999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05600" y="0"/>
              <a:ext cx="5486399" cy="68579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6705600" cy="6858000"/>
            </a:xfrm>
            <a:custGeom>
              <a:avLst/>
              <a:gdLst/>
              <a:ahLst/>
              <a:cxnLst/>
              <a:rect l="l" t="t" r="r" b="b"/>
              <a:pathLst>
                <a:path w="6705600" h="6858000">
                  <a:moveTo>
                    <a:pt x="6705600" y="6858000"/>
                  </a:moveTo>
                  <a:lnTo>
                    <a:pt x="0" y="6858000"/>
                  </a:lnTo>
                  <a:lnTo>
                    <a:pt x="0" y="0"/>
                  </a:lnTo>
                  <a:lnTo>
                    <a:pt x="6705600" y="0"/>
                  </a:lnTo>
                  <a:lnTo>
                    <a:pt x="6705600" y="685800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 dirty="0"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58800" y="1860418"/>
            <a:ext cx="2794000" cy="31611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dirty="0">
                <a:solidFill>
                  <a:srgbClr val="007BFF"/>
                </a:solidFill>
                <a:latin typeface="Arial Rounded MT Bold" panose="020F0704030504030204" pitchFamily="34" charset="0"/>
              </a:rPr>
              <a:t>PR</a:t>
            </a:r>
            <a:r>
              <a:rPr sz="1950" dirty="0">
                <a:solidFill>
                  <a:srgbClr val="007BFF"/>
                </a:solidFill>
                <a:latin typeface="Arial Rounded MT Bold" panose="020F0704030504030204" pitchFamily="34" charset="0"/>
                <a:cs typeface="Bradley Hand ITC"/>
              </a:rPr>
              <a:t>E</a:t>
            </a:r>
            <a:r>
              <a:rPr sz="1950" dirty="0">
                <a:solidFill>
                  <a:srgbClr val="007BFF"/>
                </a:solidFill>
                <a:latin typeface="Arial Rounded MT Bold" panose="020F0704030504030204" pitchFamily="34" charset="0"/>
              </a:rPr>
              <a:t>S</a:t>
            </a:r>
            <a:r>
              <a:rPr sz="1950" dirty="0">
                <a:solidFill>
                  <a:srgbClr val="007BFF"/>
                </a:solidFill>
                <a:latin typeface="Arial Rounded MT Bold" panose="020F0704030504030204" pitchFamily="34" charset="0"/>
                <a:cs typeface="Bradley Hand ITC"/>
              </a:rPr>
              <a:t>E</a:t>
            </a:r>
            <a:r>
              <a:rPr sz="1950" dirty="0">
                <a:solidFill>
                  <a:srgbClr val="007BFF"/>
                </a:solidFill>
                <a:latin typeface="Arial Rounded MT Bold" panose="020F0704030504030204" pitchFamily="34" charset="0"/>
              </a:rPr>
              <a:t>NT</a:t>
            </a:r>
            <a:r>
              <a:rPr sz="1950" dirty="0">
                <a:solidFill>
                  <a:srgbClr val="007BFF"/>
                </a:solidFill>
                <a:latin typeface="Arial Rounded MT Bold" panose="020F0704030504030204" pitchFamily="34" charset="0"/>
                <a:cs typeface="Bradley Hand ITC"/>
              </a:rPr>
              <a:t>A</a:t>
            </a:r>
            <a:r>
              <a:rPr sz="1950" dirty="0">
                <a:solidFill>
                  <a:srgbClr val="007BFF"/>
                </a:solidFill>
                <a:latin typeface="Arial Rounded MT Bold" panose="020F0704030504030204" pitchFamily="34" charset="0"/>
              </a:rPr>
              <a:t>S</a:t>
            </a:r>
            <a:r>
              <a:rPr sz="1950" dirty="0">
                <a:solidFill>
                  <a:srgbClr val="007BFF"/>
                </a:solidFill>
                <a:latin typeface="Arial Rounded MT Bold" panose="020F0704030504030204" pitchFamily="34" charset="0"/>
                <a:cs typeface="Bradley Hand ITC"/>
              </a:rPr>
              <a:t>I</a:t>
            </a:r>
            <a:r>
              <a:rPr sz="1950" spc="335" dirty="0">
                <a:solidFill>
                  <a:srgbClr val="007BFF"/>
                </a:solidFill>
                <a:latin typeface="Arial Rounded MT Bold" panose="020F0704030504030204" pitchFamily="34" charset="0"/>
                <a:cs typeface="Bradley Hand ITC"/>
              </a:rPr>
              <a:t> </a:t>
            </a:r>
            <a:r>
              <a:rPr sz="1950" spc="-35" dirty="0">
                <a:solidFill>
                  <a:srgbClr val="007BFF"/>
                </a:solidFill>
                <a:latin typeface="Arial Rounded MT Bold" panose="020F0704030504030204" pitchFamily="34" charset="0"/>
              </a:rPr>
              <a:t>UT</a:t>
            </a:r>
            <a:r>
              <a:rPr sz="1950" spc="-35" dirty="0">
                <a:solidFill>
                  <a:srgbClr val="007BFF"/>
                </a:solidFill>
                <a:latin typeface="Arial Rounded MT Bold" panose="020F0704030504030204" pitchFamily="34" charset="0"/>
                <a:cs typeface="Bradley Hand ITC"/>
              </a:rPr>
              <a:t>A</a:t>
            </a:r>
            <a:r>
              <a:rPr sz="1950" spc="-35" dirty="0">
                <a:solidFill>
                  <a:srgbClr val="007BFF"/>
                </a:solidFill>
                <a:latin typeface="Arial Rounded MT Bold" panose="020F0704030504030204" pitchFamily="34" charset="0"/>
              </a:rPr>
              <a:t>M</a:t>
            </a:r>
            <a:r>
              <a:rPr sz="1950" spc="-35" dirty="0">
                <a:solidFill>
                  <a:srgbClr val="007BFF"/>
                </a:solidFill>
                <a:latin typeface="Arial Rounded MT Bold" panose="020F0704030504030204" pitchFamily="34" charset="0"/>
                <a:cs typeface="Bradley Hand ITC"/>
              </a:rPr>
              <a:t>A</a:t>
            </a:r>
            <a:endParaRPr sz="1950" dirty="0">
              <a:latin typeface="Arial Rounded MT Bold" panose="020F0704030504030204" pitchFamily="34" charset="0"/>
              <a:cs typeface="Bradley Hand IT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8800" y="2223352"/>
            <a:ext cx="3237230" cy="134493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 marR="5080">
              <a:lnSpc>
                <a:spcPts val="4880"/>
              </a:lnSpc>
              <a:spcBef>
                <a:spcPts val="790"/>
              </a:spcBef>
            </a:pPr>
            <a:r>
              <a:rPr sz="4500" spc="-140" dirty="0">
                <a:solidFill>
                  <a:srgbClr val="FFFFFF"/>
                </a:solidFill>
                <a:latin typeface="Arial Rounded MT Bold" panose="020F0704030504030204" pitchFamily="34" charset="0"/>
                <a:cs typeface="Franklin Gothic Heavy"/>
              </a:rPr>
              <a:t>P</a:t>
            </a:r>
            <a:r>
              <a:rPr sz="4500" spc="-140" dirty="0">
                <a:solidFill>
                  <a:srgbClr val="FFFFFF"/>
                </a:solidFill>
                <a:latin typeface="Arial Rounded MT Bold" panose="020F0704030504030204" pitchFamily="34" charset="0"/>
                <a:cs typeface="Verdana"/>
              </a:rPr>
              <a:t>eng</a:t>
            </a:r>
            <a:r>
              <a:rPr sz="4500" spc="-140" dirty="0">
                <a:solidFill>
                  <a:srgbClr val="FFFFFF"/>
                </a:solidFill>
                <a:latin typeface="Arial Rounded MT Bold" panose="020F0704030504030204" pitchFamily="34" charset="0"/>
                <a:cs typeface="Franklin Gothic Heavy"/>
              </a:rPr>
              <a:t>a</a:t>
            </a:r>
            <a:r>
              <a:rPr sz="4500" spc="-140" dirty="0">
                <a:solidFill>
                  <a:srgbClr val="FFFFFF"/>
                </a:solidFill>
                <a:latin typeface="Arial Rounded MT Bold" panose="020F0704030504030204" pitchFamily="34" charset="0"/>
                <a:cs typeface="Verdana"/>
              </a:rPr>
              <a:t>n</a:t>
            </a:r>
            <a:r>
              <a:rPr sz="4500" spc="-140" dirty="0">
                <a:solidFill>
                  <a:srgbClr val="FFFFFF"/>
                </a:solidFill>
                <a:latin typeface="Arial Rounded MT Bold" panose="020F0704030504030204" pitchFamily="34" charset="0"/>
                <a:cs typeface="Trebuchet MS"/>
              </a:rPr>
              <a:t>t</a:t>
            </a:r>
            <a:r>
              <a:rPr sz="4500" spc="-140" dirty="0">
                <a:solidFill>
                  <a:srgbClr val="FFFFFF"/>
                </a:solidFill>
                <a:latin typeface="Arial Rounded MT Bold" panose="020F0704030504030204" pitchFamily="34" charset="0"/>
                <a:cs typeface="Franklin Gothic Heavy"/>
              </a:rPr>
              <a:t>a</a:t>
            </a:r>
            <a:r>
              <a:rPr sz="4500" spc="-140" dirty="0">
                <a:solidFill>
                  <a:srgbClr val="FFFFFF"/>
                </a:solidFill>
                <a:latin typeface="Arial Rounded MT Bold" panose="020F0704030504030204" pitchFamily="34" charset="0"/>
                <a:cs typeface="Trebuchet MS"/>
              </a:rPr>
              <a:t>r </a:t>
            </a:r>
            <a:r>
              <a:rPr sz="4500" spc="-235" dirty="0">
                <a:solidFill>
                  <a:srgbClr val="FFFFFF"/>
                </a:solidFill>
                <a:latin typeface="Arial Rounded MT Bold" panose="020F0704030504030204" pitchFamily="34" charset="0"/>
                <a:cs typeface="Batang"/>
              </a:rPr>
              <a:t>A</a:t>
            </a:r>
            <a:r>
              <a:rPr sz="4500" spc="-235" dirty="0">
                <a:solidFill>
                  <a:srgbClr val="FFFFFF"/>
                </a:solidFill>
                <a:latin typeface="Arial Rounded MT Bold" panose="020F0704030504030204" pitchFamily="34" charset="0"/>
                <a:cs typeface="Verdana"/>
              </a:rPr>
              <a:t>n</a:t>
            </a:r>
            <a:r>
              <a:rPr sz="4500" spc="-235" dirty="0">
                <a:solidFill>
                  <a:srgbClr val="FFFFFF"/>
                </a:solidFill>
                <a:latin typeface="Arial Rounded MT Bold" panose="020F0704030504030204" pitchFamily="34" charset="0"/>
                <a:cs typeface="Franklin Gothic Heavy"/>
              </a:rPr>
              <a:t>a</a:t>
            </a:r>
            <a:r>
              <a:rPr sz="4500" spc="-235" dirty="0">
                <a:solidFill>
                  <a:srgbClr val="FFFFFF"/>
                </a:solidFill>
                <a:latin typeface="Arial Rounded MT Bold" panose="020F0704030504030204" pitchFamily="34" charset="0"/>
                <a:cs typeface="Verdana"/>
              </a:rPr>
              <a:t>li</a:t>
            </a:r>
            <a:r>
              <a:rPr sz="4500" spc="-235" dirty="0">
                <a:solidFill>
                  <a:srgbClr val="FFFFFF"/>
                </a:solidFill>
                <a:latin typeface="Arial Rounded MT Bold" panose="020F0704030504030204" pitchFamily="34" charset="0"/>
                <a:cs typeface="Trebuchet MS"/>
              </a:rPr>
              <a:t>t</a:t>
            </a:r>
            <a:r>
              <a:rPr sz="4500" spc="-235" dirty="0">
                <a:solidFill>
                  <a:srgbClr val="FFFFFF"/>
                </a:solidFill>
                <a:latin typeface="Arial Rounded MT Bold" panose="020F0704030504030204" pitchFamily="34" charset="0"/>
                <a:cs typeface="Verdana"/>
              </a:rPr>
              <a:t>ik</a:t>
            </a:r>
            <a:r>
              <a:rPr sz="4500" spc="-625" dirty="0">
                <a:solidFill>
                  <a:srgbClr val="FFFFFF"/>
                </a:solidFill>
                <a:latin typeface="Arial Rounded MT Bold" panose="020F0704030504030204" pitchFamily="34" charset="0"/>
                <a:cs typeface="Verdana"/>
              </a:rPr>
              <a:t> </a:t>
            </a:r>
            <a:r>
              <a:rPr sz="4500" spc="-204" dirty="0">
                <a:solidFill>
                  <a:srgbClr val="FFFFFF"/>
                </a:solidFill>
                <a:latin typeface="Arial Rounded MT Bold" panose="020F0704030504030204" pitchFamily="34" charset="0"/>
                <a:cs typeface="Batang"/>
              </a:rPr>
              <a:t>D</a:t>
            </a:r>
            <a:r>
              <a:rPr sz="4500" spc="-204" dirty="0">
                <a:solidFill>
                  <a:srgbClr val="FFFFFF"/>
                </a:solidFill>
                <a:latin typeface="Arial Rounded MT Bold" panose="020F0704030504030204" pitchFamily="34" charset="0"/>
                <a:cs typeface="Franklin Gothic Heavy"/>
              </a:rPr>
              <a:t>a</a:t>
            </a:r>
            <a:r>
              <a:rPr sz="4500" spc="-204" dirty="0">
                <a:solidFill>
                  <a:srgbClr val="FFFFFF"/>
                </a:solidFill>
                <a:latin typeface="Arial Rounded MT Bold" panose="020F0704030504030204" pitchFamily="34" charset="0"/>
                <a:cs typeface="Trebuchet MS"/>
              </a:rPr>
              <a:t>t</a:t>
            </a:r>
            <a:r>
              <a:rPr sz="4500" spc="-204" dirty="0">
                <a:solidFill>
                  <a:srgbClr val="FFFFFF"/>
                </a:solidFill>
                <a:latin typeface="Arial Rounded MT Bold" panose="020F0704030504030204" pitchFamily="34" charset="0"/>
                <a:cs typeface="Franklin Gothic Heavy"/>
              </a:rPr>
              <a:t>a</a:t>
            </a:r>
            <a:endParaRPr sz="4500" dirty="0">
              <a:latin typeface="Arial Rounded MT Bold" panose="020F0704030504030204" pitchFamily="34" charset="0"/>
              <a:cs typeface="Franklin Gothic Heavy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71500" y="4333875"/>
            <a:ext cx="1666875" cy="19050"/>
          </a:xfrm>
          <a:custGeom>
            <a:avLst/>
            <a:gdLst/>
            <a:ahLst/>
            <a:cxnLst/>
            <a:rect l="l" t="t" r="r" b="b"/>
            <a:pathLst>
              <a:path w="1666875" h="19050">
                <a:moveTo>
                  <a:pt x="1666875" y="19050"/>
                </a:moveTo>
                <a:lnTo>
                  <a:pt x="0" y="19050"/>
                </a:lnTo>
                <a:lnTo>
                  <a:pt x="0" y="0"/>
                </a:lnTo>
                <a:lnTo>
                  <a:pt x="1666875" y="0"/>
                </a:lnTo>
                <a:lnTo>
                  <a:pt x="1666875" y="19050"/>
                </a:lnTo>
                <a:close/>
              </a:path>
            </a:pathLst>
          </a:custGeom>
          <a:solidFill>
            <a:srgbClr val="007BFF"/>
          </a:solidFill>
        </p:spPr>
        <p:txBody>
          <a:bodyPr wrap="square" lIns="0" tIns="0" rIns="0" bIns="0" rtlCol="0"/>
          <a:lstStyle/>
          <a:p>
            <a:endParaRPr>
              <a:latin typeface="Arial Rounded MT Bold" panose="020F0704030504030204" pitchFamily="34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8800" y="4459859"/>
            <a:ext cx="1016635" cy="68063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0"/>
              </a:spcBef>
            </a:pPr>
            <a:r>
              <a:rPr sz="1300" spc="-70" dirty="0">
                <a:solidFill>
                  <a:srgbClr val="E8ECEF"/>
                </a:solidFill>
                <a:latin typeface="Arial Rounded MT Bold" panose="020F0704030504030204" pitchFamily="34" charset="0"/>
                <a:cs typeface="Arial"/>
              </a:rPr>
              <a:t>D</a:t>
            </a:r>
            <a:r>
              <a:rPr sz="1300" spc="-70" dirty="0">
                <a:solidFill>
                  <a:srgbClr val="E8ECEF"/>
                </a:solidFill>
                <a:latin typeface="Arial Rounded MT Bold" panose="020F0704030504030204" pitchFamily="34" charset="0"/>
                <a:cs typeface="Lucida Sans"/>
              </a:rPr>
              <a:t>efinisi</a:t>
            </a:r>
            <a:r>
              <a:rPr sz="1300" spc="-40" dirty="0">
                <a:solidFill>
                  <a:srgbClr val="E8ECEF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300" spc="-40" dirty="0">
                <a:solidFill>
                  <a:srgbClr val="E8ECEF"/>
                </a:solidFill>
                <a:latin typeface="Arial Rounded MT Bold" panose="020F0704030504030204" pitchFamily="34" charset="0"/>
                <a:cs typeface="Arial"/>
              </a:rPr>
              <a:t>D</a:t>
            </a:r>
            <a:r>
              <a:rPr sz="1300" spc="-40" dirty="0">
                <a:solidFill>
                  <a:srgbClr val="E8ECEF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1300" spc="-40" dirty="0">
                <a:solidFill>
                  <a:srgbClr val="E8ECEF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sz="1300" spc="-40" dirty="0">
                <a:solidFill>
                  <a:srgbClr val="E8ECEF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1300" spc="-40" dirty="0">
                <a:solidFill>
                  <a:srgbClr val="E8ECEF"/>
                </a:solidFill>
                <a:latin typeface="Arial Rounded MT Bold" panose="020F0704030504030204" pitchFamily="34" charset="0"/>
                <a:cs typeface="Lucida Sans"/>
              </a:rPr>
              <a:t>r </a:t>
            </a:r>
            <a:r>
              <a:rPr sz="1300" spc="-75" dirty="0">
                <a:solidFill>
                  <a:srgbClr val="E8ECEF"/>
                </a:solidFill>
                <a:latin typeface="Arial Rounded MT Bold" panose="020F0704030504030204" pitchFamily="34" charset="0"/>
                <a:cs typeface="Arial"/>
              </a:rPr>
              <a:t>A</a:t>
            </a:r>
            <a:r>
              <a:rPr sz="1300" spc="-75" dirty="0">
                <a:solidFill>
                  <a:srgbClr val="E8ECEF"/>
                </a:solidFill>
                <a:latin typeface="Arial Rounded MT Bold" panose="020F0704030504030204" pitchFamily="34" charset="0"/>
                <a:cs typeface="Lucida Sans"/>
              </a:rPr>
              <a:t>n</a:t>
            </a:r>
            <a:r>
              <a:rPr sz="1300" spc="-75" dirty="0">
                <a:solidFill>
                  <a:srgbClr val="E8ECEF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1300" spc="-75" dirty="0">
                <a:solidFill>
                  <a:srgbClr val="E8ECEF"/>
                </a:solidFill>
                <a:latin typeface="Arial Rounded MT Bold" panose="020F0704030504030204" pitchFamily="34" charset="0"/>
                <a:cs typeface="Lucida Sans"/>
              </a:rPr>
              <a:t>litik</a:t>
            </a:r>
            <a:r>
              <a:rPr sz="1300" spc="-65" dirty="0">
                <a:solidFill>
                  <a:srgbClr val="E8ECEF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300" spc="-20" dirty="0">
                <a:solidFill>
                  <a:srgbClr val="E8ECEF"/>
                </a:solidFill>
                <a:latin typeface="Arial Rounded MT Bold" panose="020F0704030504030204" pitchFamily="34" charset="0"/>
                <a:cs typeface="Arial"/>
              </a:rPr>
              <a:t>D</a:t>
            </a:r>
            <a:r>
              <a:rPr sz="1300" spc="-20" dirty="0">
                <a:solidFill>
                  <a:srgbClr val="E8ECEF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1300" spc="-20" dirty="0">
                <a:solidFill>
                  <a:srgbClr val="E8ECEF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300" spc="-20" dirty="0">
                <a:solidFill>
                  <a:srgbClr val="E8ECEF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endParaRPr sz="1300" dirty="0">
              <a:latin typeface="Arial Rounded MT Bold" panose="020F0704030504030204" pitchFamily="34" charset="0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524125" y="4333875"/>
            <a:ext cx="1657350" cy="19050"/>
          </a:xfrm>
          <a:custGeom>
            <a:avLst/>
            <a:gdLst/>
            <a:ahLst/>
            <a:cxnLst/>
            <a:rect l="l" t="t" r="r" b="b"/>
            <a:pathLst>
              <a:path w="1657350" h="19050">
                <a:moveTo>
                  <a:pt x="1657350" y="19050"/>
                </a:moveTo>
                <a:lnTo>
                  <a:pt x="0" y="19050"/>
                </a:lnTo>
                <a:lnTo>
                  <a:pt x="0" y="0"/>
                </a:lnTo>
                <a:lnTo>
                  <a:pt x="1657350" y="0"/>
                </a:lnTo>
                <a:lnTo>
                  <a:pt x="1657350" y="19050"/>
                </a:lnTo>
                <a:close/>
              </a:path>
            </a:pathLst>
          </a:custGeom>
          <a:solidFill>
            <a:srgbClr val="007BFF"/>
          </a:solidFill>
        </p:spPr>
        <p:txBody>
          <a:bodyPr wrap="square" lIns="0" tIns="0" rIns="0" bIns="0" rtlCol="0"/>
          <a:lstStyle/>
          <a:p>
            <a:endParaRPr>
              <a:latin typeface="Arial Rounded MT Bold" panose="020F0704030504030204" pitchFamily="34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08300" y="4459859"/>
            <a:ext cx="1557655" cy="68063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0"/>
              </a:spcBef>
            </a:pPr>
            <a:r>
              <a:rPr sz="1300" spc="-60" dirty="0">
                <a:solidFill>
                  <a:srgbClr val="E8ECEF"/>
                </a:solidFill>
                <a:latin typeface="Arial Rounded MT Bold" panose="020F0704030504030204" pitchFamily="34" charset="0"/>
                <a:cs typeface="Trebuchet MS"/>
              </a:rPr>
              <a:t>P</a:t>
            </a:r>
            <a:r>
              <a:rPr sz="1300" spc="-60" dirty="0">
                <a:solidFill>
                  <a:srgbClr val="E8ECEF"/>
                </a:solidFill>
                <a:latin typeface="Arial Rounded MT Bold" panose="020F0704030504030204" pitchFamily="34" charset="0"/>
                <a:cs typeface="Lucida Sans"/>
              </a:rPr>
              <a:t>entingny</a:t>
            </a:r>
            <a:r>
              <a:rPr sz="1300" spc="-60" dirty="0">
                <a:solidFill>
                  <a:srgbClr val="E8ECEF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1300" spc="-10" dirty="0">
                <a:solidFill>
                  <a:srgbClr val="E8ECEF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25" dirty="0">
                <a:solidFill>
                  <a:srgbClr val="E8ECEF"/>
                </a:solidFill>
                <a:latin typeface="Arial Rounded MT Bold" panose="020F0704030504030204" pitchFamily="34" charset="0"/>
                <a:cs typeface="Trebuchet MS"/>
              </a:rPr>
              <a:t>Wa</a:t>
            </a:r>
            <a:r>
              <a:rPr sz="1300" spc="-25" dirty="0">
                <a:solidFill>
                  <a:srgbClr val="E8ECEF"/>
                </a:solidFill>
                <a:latin typeface="Arial Rounded MT Bold" panose="020F0704030504030204" pitchFamily="34" charset="0"/>
                <a:cs typeface="Lucida Sans"/>
              </a:rPr>
              <a:t>w</a:t>
            </a:r>
            <a:r>
              <a:rPr sz="1300" spc="-25" dirty="0">
                <a:solidFill>
                  <a:srgbClr val="E8ECEF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1300" spc="-25" dirty="0">
                <a:solidFill>
                  <a:srgbClr val="E8ECEF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sz="1300" spc="-25" dirty="0">
                <a:solidFill>
                  <a:srgbClr val="E8ECEF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1300" spc="-25" dirty="0">
                <a:solidFill>
                  <a:srgbClr val="E8ECEF"/>
                </a:solidFill>
                <a:latin typeface="Arial Rounded MT Bold" panose="020F0704030504030204" pitchFamily="34" charset="0"/>
                <a:cs typeface="Lucida Sans"/>
              </a:rPr>
              <a:t>n </a:t>
            </a:r>
            <a:r>
              <a:rPr sz="1300" spc="-10" dirty="0">
                <a:solidFill>
                  <a:srgbClr val="E8ECEF"/>
                </a:solidFill>
                <a:latin typeface="Arial Rounded MT Bold" panose="020F0704030504030204" pitchFamily="34" charset="0"/>
                <a:cs typeface="Trebuchet MS"/>
              </a:rPr>
              <a:t>K</a:t>
            </a:r>
            <a:r>
              <a:rPr sz="1300" spc="-10" dirty="0">
                <a:solidFill>
                  <a:srgbClr val="E8ECEF"/>
                </a:solidFill>
                <a:latin typeface="Arial Rounded MT Bold" panose="020F0704030504030204" pitchFamily="34" charset="0"/>
                <a:cs typeface="Lucida Sans"/>
              </a:rPr>
              <a:t>eputus</a:t>
            </a:r>
            <a:r>
              <a:rPr sz="1300" spc="-10" dirty="0">
                <a:solidFill>
                  <a:srgbClr val="E8ECEF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1300" spc="-10" dirty="0">
                <a:solidFill>
                  <a:srgbClr val="E8ECEF"/>
                </a:solidFill>
                <a:latin typeface="Arial Rounded MT Bold" panose="020F0704030504030204" pitchFamily="34" charset="0"/>
                <a:cs typeface="Lucida Sans"/>
              </a:rPr>
              <a:t>n</a:t>
            </a:r>
            <a:endParaRPr sz="1300" dirty="0">
              <a:latin typeface="Arial Rounded MT Bold" panose="020F0704030504030204" pitchFamily="34" charset="0"/>
              <a:cs typeface="Lucida San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467225" y="4333875"/>
            <a:ext cx="1666875" cy="19050"/>
          </a:xfrm>
          <a:custGeom>
            <a:avLst/>
            <a:gdLst/>
            <a:ahLst/>
            <a:cxnLst/>
            <a:rect l="l" t="t" r="r" b="b"/>
            <a:pathLst>
              <a:path w="1666875" h="19050">
                <a:moveTo>
                  <a:pt x="1666875" y="19050"/>
                </a:moveTo>
                <a:lnTo>
                  <a:pt x="0" y="19050"/>
                </a:lnTo>
                <a:lnTo>
                  <a:pt x="0" y="0"/>
                </a:lnTo>
                <a:lnTo>
                  <a:pt x="1666875" y="0"/>
                </a:lnTo>
                <a:lnTo>
                  <a:pt x="1666875" y="19050"/>
                </a:lnTo>
                <a:close/>
              </a:path>
            </a:pathLst>
          </a:custGeom>
          <a:solidFill>
            <a:srgbClr val="007BFF"/>
          </a:solidFill>
        </p:spPr>
        <p:txBody>
          <a:bodyPr wrap="square" lIns="0" tIns="0" rIns="0" bIns="0" rtlCol="0"/>
          <a:lstStyle/>
          <a:p>
            <a:endParaRPr>
              <a:latin typeface="Arial Rounded MT Bold" panose="020F0704030504030204" pitchFamily="34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57801" y="4459859"/>
            <a:ext cx="1339215" cy="68063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0"/>
              </a:spcBef>
            </a:pPr>
            <a:r>
              <a:rPr sz="1300" spc="-55" dirty="0">
                <a:solidFill>
                  <a:srgbClr val="E8ECEF"/>
                </a:solidFill>
                <a:latin typeface="Arial Rounded MT Bold" panose="020F0704030504030204" pitchFamily="34" charset="0"/>
                <a:cs typeface="Trebuchet MS"/>
              </a:rPr>
              <a:t>T</a:t>
            </a:r>
            <a:r>
              <a:rPr sz="1300" spc="-55" dirty="0">
                <a:solidFill>
                  <a:srgbClr val="E8ECEF"/>
                </a:solidFill>
                <a:latin typeface="Arial Rounded MT Bold" panose="020F0704030504030204" pitchFamily="34" charset="0"/>
                <a:cs typeface="Lucida Sans"/>
              </a:rPr>
              <a:t>r</a:t>
            </a:r>
            <a:r>
              <a:rPr sz="1300" spc="-55" dirty="0">
                <a:solidFill>
                  <a:srgbClr val="E8ECEF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1300" spc="-55" dirty="0">
                <a:solidFill>
                  <a:srgbClr val="E8ECEF"/>
                </a:solidFill>
                <a:latin typeface="Arial Rounded MT Bold" panose="020F0704030504030204" pitchFamily="34" charset="0"/>
                <a:cs typeface="Lucida Sans"/>
              </a:rPr>
              <a:t>nsform</a:t>
            </a:r>
            <a:r>
              <a:rPr sz="1300" spc="-55" dirty="0">
                <a:solidFill>
                  <a:srgbClr val="E8ECEF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1300" spc="-55" dirty="0">
                <a:solidFill>
                  <a:srgbClr val="E8ECEF"/>
                </a:solidFill>
                <a:latin typeface="Arial Rounded MT Bold" panose="020F0704030504030204" pitchFamily="34" charset="0"/>
                <a:cs typeface="Lucida Sans"/>
              </a:rPr>
              <a:t>si</a:t>
            </a:r>
            <a:r>
              <a:rPr sz="1300" spc="-40" dirty="0">
                <a:solidFill>
                  <a:srgbClr val="E8ECEF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300" spc="-35" dirty="0">
                <a:solidFill>
                  <a:srgbClr val="E8ECEF"/>
                </a:solidFill>
                <a:latin typeface="Arial Rounded MT Bold" panose="020F0704030504030204" pitchFamily="34" charset="0"/>
                <a:cs typeface="Arial"/>
              </a:rPr>
              <a:t>D</a:t>
            </a:r>
            <a:r>
              <a:rPr sz="1300" spc="-35" dirty="0">
                <a:solidFill>
                  <a:srgbClr val="E8ECEF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1300" spc="-35" dirty="0">
                <a:solidFill>
                  <a:srgbClr val="E8ECEF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300" spc="-35" dirty="0">
                <a:solidFill>
                  <a:srgbClr val="E8ECEF"/>
                </a:solidFill>
                <a:latin typeface="Arial Rounded MT Bold" panose="020F0704030504030204" pitchFamily="34" charset="0"/>
                <a:cs typeface="Trebuchet MS"/>
              </a:rPr>
              <a:t>a </a:t>
            </a:r>
            <a:r>
              <a:rPr sz="1300" spc="-45" dirty="0">
                <a:solidFill>
                  <a:srgbClr val="E8ECEF"/>
                </a:solidFill>
                <a:latin typeface="Arial Rounded MT Bold" panose="020F0704030504030204" pitchFamily="34" charset="0"/>
                <a:cs typeface="Trebuchet MS"/>
              </a:rPr>
              <a:t>M</a:t>
            </a:r>
            <a:r>
              <a:rPr sz="1300" spc="-45" dirty="0">
                <a:solidFill>
                  <a:srgbClr val="E8ECEF"/>
                </a:solidFill>
                <a:latin typeface="Arial Rounded MT Bold" panose="020F0704030504030204" pitchFamily="34" charset="0"/>
                <a:cs typeface="Lucida Sans"/>
              </a:rPr>
              <a:t>enj</a:t>
            </a:r>
            <a:r>
              <a:rPr sz="1300" spc="-45" dirty="0">
                <a:solidFill>
                  <a:srgbClr val="E8ECEF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1300" spc="-45" dirty="0">
                <a:solidFill>
                  <a:srgbClr val="E8ECEF"/>
                </a:solidFill>
                <a:latin typeface="Arial Rounded MT Bold" panose="020F0704030504030204" pitchFamily="34" charset="0"/>
                <a:cs typeface="Lucida Sans"/>
              </a:rPr>
              <a:t>di </a:t>
            </a:r>
            <a:r>
              <a:rPr sz="1300" spc="-10" dirty="0">
                <a:solidFill>
                  <a:srgbClr val="E8ECEF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300" spc="-10" dirty="0">
                <a:solidFill>
                  <a:srgbClr val="E8ECEF"/>
                </a:solidFill>
                <a:latin typeface="Arial Rounded MT Bold" panose="020F0704030504030204" pitchFamily="34" charset="0"/>
                <a:cs typeface="Lucida Sans"/>
              </a:rPr>
              <a:t>il</a:t>
            </a:r>
            <a:r>
              <a:rPr sz="1300" spc="-10" dirty="0">
                <a:solidFill>
                  <a:srgbClr val="E8ECEF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1300" spc="-10" dirty="0">
                <a:solidFill>
                  <a:srgbClr val="E8ECEF"/>
                </a:solidFill>
                <a:latin typeface="Arial Rounded MT Bold" panose="020F0704030504030204" pitchFamily="34" charset="0"/>
                <a:cs typeface="Lucida Sans"/>
              </a:rPr>
              <a:t>i</a:t>
            </a:r>
            <a:endParaRPr sz="1300" dirty="0">
              <a:latin typeface="Arial Rounded MT Bold" panose="020F0704030504030204" pitchFamily="34" charset="0"/>
              <a:cs typeface="Lucida Sans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38265" y="-759910"/>
            <a:ext cx="12192000" cy="6858000"/>
          </a:xfrm>
          <a:prstGeom prst="rect">
            <a:avLst/>
          </a:prstGeom>
        </p:spPr>
      </p:pic>
      <p:sp>
        <p:nvSpPr>
          <p:cNvPr id="16" name="object 26">
            <a:extLst>
              <a:ext uri="{FF2B5EF4-FFF2-40B4-BE49-F238E27FC236}">
                <a16:creationId xmlns:a16="http://schemas.microsoft.com/office/drawing/2014/main" id="{3EF68522-1228-4930-8CCC-F97A5BBD2A71}"/>
              </a:ext>
            </a:extLst>
          </p:cNvPr>
          <p:cNvSpPr txBox="1"/>
          <p:nvPr/>
        </p:nvSpPr>
        <p:spPr>
          <a:xfrm>
            <a:off x="558800" y="6287372"/>
            <a:ext cx="4013200" cy="19171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spc="-3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©</a:t>
            </a:r>
            <a:r>
              <a:rPr sz="1150" spc="-6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150" spc="-85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2026</a:t>
            </a:r>
            <a:r>
              <a:rPr sz="1150" spc="-6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1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P</a:t>
            </a:r>
            <a:r>
              <a:rPr sz="11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eng</a:t>
            </a:r>
            <a:r>
              <a:rPr sz="11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1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0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1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0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r</a:t>
            </a:r>
            <a:r>
              <a:rPr sz="1050" spc="-3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li</a:t>
            </a:r>
            <a:r>
              <a:rPr sz="10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ik</a:t>
            </a:r>
            <a:r>
              <a:rPr sz="1150" spc="-45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150" spc="-5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Da</a:t>
            </a:r>
            <a:r>
              <a:rPr sz="1050" spc="-5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150" spc="-5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15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|</a:t>
            </a:r>
            <a:r>
              <a:rPr lang="en-US" sz="1150" spc="-6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 Cisco Networking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1500" y="1085850"/>
            <a:ext cx="11049000" cy="19050"/>
          </a:xfrm>
          <a:custGeom>
            <a:avLst/>
            <a:gdLst/>
            <a:ahLst/>
            <a:cxnLst/>
            <a:rect l="l" t="t" r="r" b="b"/>
            <a:pathLst>
              <a:path w="11049000" h="19050">
                <a:moveTo>
                  <a:pt x="11049000" y="19050"/>
                </a:moveTo>
                <a:lnTo>
                  <a:pt x="0" y="19050"/>
                </a:lnTo>
                <a:lnTo>
                  <a:pt x="0" y="0"/>
                </a:lnTo>
                <a:lnTo>
                  <a:pt x="11049000" y="0"/>
                </a:lnTo>
                <a:lnTo>
                  <a:pt x="11049000" y="19050"/>
                </a:lnTo>
                <a:close/>
              </a:path>
            </a:pathLst>
          </a:custGeom>
          <a:solidFill>
            <a:srgbClr val="E8ECEF"/>
          </a:solidFill>
        </p:spPr>
        <p:txBody>
          <a:bodyPr wrap="square" lIns="0" tIns="0" rIns="0" bIns="0" rtlCol="0"/>
          <a:lstStyle/>
          <a:p>
            <a:endParaRPr>
              <a:latin typeface="Arial Rounded MT Bold" panose="020F0704030504030204" pitchFamily="34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8800" y="479136"/>
            <a:ext cx="3630929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70" dirty="0">
                <a:latin typeface="Arial Rounded MT Bold" panose="020F0704030504030204" pitchFamily="34" charset="0"/>
                <a:cs typeface="Batang"/>
              </a:rPr>
              <a:t>A</a:t>
            </a:r>
            <a:r>
              <a:rPr sz="4000" spc="-170" dirty="0">
                <a:latin typeface="Arial Rounded MT Bold" panose="020F0704030504030204" pitchFamily="34" charset="0"/>
              </a:rPr>
              <a:t>p</a:t>
            </a:r>
            <a:r>
              <a:rPr sz="4000" spc="-170" dirty="0">
                <a:latin typeface="Arial Rounded MT Bold" panose="020F0704030504030204" pitchFamily="34" charset="0"/>
                <a:cs typeface="Bookman Old Style"/>
              </a:rPr>
              <a:t>a</a:t>
            </a:r>
            <a:r>
              <a:rPr sz="4000" spc="-390" dirty="0">
                <a:latin typeface="Arial Rounded MT Bold" panose="020F0704030504030204" pitchFamily="34" charset="0"/>
                <a:cs typeface="Bookman Old Style"/>
              </a:rPr>
              <a:t> </a:t>
            </a:r>
            <a:r>
              <a:rPr sz="4000" spc="-50" dirty="0">
                <a:latin typeface="Arial Rounded MT Bold" panose="020F0704030504030204" pitchFamily="34" charset="0"/>
                <a:cs typeface="Verdana"/>
              </a:rPr>
              <a:t>i</a:t>
            </a:r>
            <a:r>
              <a:rPr sz="4000" spc="-50" dirty="0">
                <a:latin typeface="Arial Rounded MT Bold" panose="020F0704030504030204" pitchFamily="34" charset="0"/>
              </a:rPr>
              <a:t>tu</a:t>
            </a:r>
            <a:r>
              <a:rPr sz="4000" spc="-210" dirty="0">
                <a:latin typeface="Arial Rounded MT Bold" panose="020F0704030504030204" pitchFamily="34" charset="0"/>
              </a:rPr>
              <a:t> </a:t>
            </a:r>
            <a:r>
              <a:rPr sz="4000" spc="-165" dirty="0">
                <a:latin typeface="Arial Rounded MT Bold" panose="020F0704030504030204" pitchFamily="34" charset="0"/>
                <a:cs typeface="Batang"/>
              </a:rPr>
              <a:t>A</a:t>
            </a:r>
            <a:r>
              <a:rPr sz="4000" spc="-165" dirty="0">
                <a:latin typeface="Arial Rounded MT Bold" panose="020F0704030504030204" pitchFamily="34" charset="0"/>
                <a:cs typeface="Verdana"/>
              </a:rPr>
              <a:t>n</a:t>
            </a:r>
            <a:r>
              <a:rPr sz="4000" spc="-165" dirty="0">
                <a:latin typeface="Arial Rounded MT Bold" panose="020F0704030504030204" pitchFamily="34" charset="0"/>
                <a:cs typeface="Bookman Old Style"/>
              </a:rPr>
              <a:t>a</a:t>
            </a:r>
            <a:r>
              <a:rPr sz="4000" spc="-165" dirty="0">
                <a:latin typeface="Arial Rounded MT Bold" panose="020F0704030504030204" pitchFamily="34" charset="0"/>
                <a:cs typeface="Verdana"/>
              </a:rPr>
              <a:t>li</a:t>
            </a:r>
            <a:r>
              <a:rPr sz="4000" spc="-165" dirty="0">
                <a:latin typeface="Arial Rounded MT Bold" panose="020F0704030504030204" pitchFamily="34" charset="0"/>
              </a:rPr>
              <a:t>t</a:t>
            </a:r>
            <a:r>
              <a:rPr sz="4000" spc="-165" dirty="0">
                <a:latin typeface="Arial Rounded MT Bold" panose="020F0704030504030204" pitchFamily="34" charset="0"/>
                <a:cs typeface="Verdana"/>
              </a:rPr>
              <a:t>ik</a:t>
            </a:r>
            <a:r>
              <a:rPr sz="4000" spc="-409" dirty="0">
                <a:latin typeface="Arial Rounded MT Bold" panose="020F0704030504030204" pitchFamily="34" charset="0"/>
                <a:cs typeface="Verdana"/>
              </a:rPr>
              <a:t> </a:t>
            </a:r>
            <a:r>
              <a:rPr sz="4000" spc="-155" dirty="0">
                <a:latin typeface="Arial Rounded MT Bold" panose="020F0704030504030204" pitchFamily="34" charset="0"/>
                <a:cs typeface="Batang"/>
              </a:rPr>
              <a:t>D</a:t>
            </a:r>
            <a:r>
              <a:rPr sz="4000" spc="-155" dirty="0">
                <a:latin typeface="Arial Rounded MT Bold" panose="020F0704030504030204" pitchFamily="34" charset="0"/>
                <a:cs typeface="Bookman Old Style"/>
              </a:rPr>
              <a:t>a</a:t>
            </a:r>
            <a:r>
              <a:rPr sz="4000" spc="-155" dirty="0">
                <a:latin typeface="Arial Rounded MT Bold" panose="020F0704030504030204" pitchFamily="34" charset="0"/>
              </a:rPr>
              <a:t>t</a:t>
            </a:r>
            <a:r>
              <a:rPr sz="4000" spc="-155" dirty="0">
                <a:latin typeface="Arial Rounded MT Bold" panose="020F0704030504030204" pitchFamily="34" charset="0"/>
                <a:cs typeface="Bookman Old Style"/>
              </a:rPr>
              <a:t>a</a:t>
            </a:r>
            <a:r>
              <a:rPr sz="4000" spc="-155" dirty="0">
                <a:latin typeface="Arial Rounded MT Bold" panose="020F0704030504030204" pitchFamily="34" charset="0"/>
                <a:cs typeface="Arial"/>
              </a:rPr>
              <a:t>?</a:t>
            </a:r>
            <a:endParaRPr sz="4000" dirty="0">
              <a:latin typeface="Arial Rounded MT Bold" panose="020F0704030504030204" pitchFamily="34" charset="0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723888" y="2380487"/>
            <a:ext cx="5352415" cy="4030345"/>
            <a:chOff x="6723888" y="2380487"/>
            <a:chExt cx="5352415" cy="4030345"/>
          </a:xfrm>
        </p:grpSpPr>
        <p:sp>
          <p:nvSpPr>
            <p:cNvPr id="5" name="object 5"/>
            <p:cNvSpPr/>
            <p:nvPr/>
          </p:nvSpPr>
          <p:spPr>
            <a:xfrm>
              <a:off x="10829912" y="5495925"/>
              <a:ext cx="914400" cy="57150"/>
            </a:xfrm>
            <a:custGeom>
              <a:avLst/>
              <a:gdLst/>
              <a:ahLst/>
              <a:cxnLst/>
              <a:rect l="l" t="t" r="r" b="b"/>
              <a:pathLst>
                <a:path w="914400" h="57150">
                  <a:moveTo>
                    <a:pt x="57150" y="24790"/>
                  </a:moveTo>
                  <a:lnTo>
                    <a:pt x="32372" y="0"/>
                  </a:lnTo>
                  <a:lnTo>
                    <a:pt x="24790" y="0"/>
                  </a:lnTo>
                  <a:lnTo>
                    <a:pt x="0" y="24790"/>
                  </a:lnTo>
                  <a:lnTo>
                    <a:pt x="0" y="32372"/>
                  </a:lnTo>
                  <a:lnTo>
                    <a:pt x="24790" y="57150"/>
                  </a:lnTo>
                  <a:lnTo>
                    <a:pt x="32372" y="57150"/>
                  </a:lnTo>
                  <a:lnTo>
                    <a:pt x="57150" y="32372"/>
                  </a:lnTo>
                  <a:lnTo>
                    <a:pt x="57150" y="28575"/>
                  </a:lnTo>
                  <a:lnTo>
                    <a:pt x="57150" y="24790"/>
                  </a:lnTo>
                  <a:close/>
                </a:path>
                <a:path w="914400" h="57150">
                  <a:moveTo>
                    <a:pt x="914400" y="24790"/>
                  </a:moveTo>
                  <a:lnTo>
                    <a:pt x="889622" y="0"/>
                  </a:lnTo>
                  <a:lnTo>
                    <a:pt x="882040" y="0"/>
                  </a:lnTo>
                  <a:lnTo>
                    <a:pt x="857250" y="24790"/>
                  </a:lnTo>
                  <a:lnTo>
                    <a:pt x="857250" y="32372"/>
                  </a:lnTo>
                  <a:lnTo>
                    <a:pt x="882040" y="57150"/>
                  </a:lnTo>
                  <a:lnTo>
                    <a:pt x="889622" y="57150"/>
                  </a:lnTo>
                  <a:lnTo>
                    <a:pt x="914400" y="32372"/>
                  </a:lnTo>
                  <a:lnTo>
                    <a:pt x="914400" y="28575"/>
                  </a:lnTo>
                  <a:lnTo>
                    <a:pt x="914400" y="24790"/>
                  </a:lnTo>
                  <a:close/>
                </a:path>
              </a:pathLst>
            </a:custGeom>
            <a:solidFill>
              <a:srgbClr val="003366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44262" y="5910262"/>
              <a:ext cx="85725" cy="8572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0972800" y="6353175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32364" y="57149"/>
                  </a:moveTo>
                  <a:lnTo>
                    <a:pt x="24785" y="57149"/>
                  </a:lnTo>
                  <a:lnTo>
                    <a:pt x="21141" y="56424"/>
                  </a:lnTo>
                  <a:lnTo>
                    <a:pt x="0" y="32364"/>
                  </a:lnTo>
                  <a:lnTo>
                    <a:pt x="0" y="24785"/>
                  </a:lnTo>
                  <a:lnTo>
                    <a:pt x="24785" y="0"/>
                  </a:lnTo>
                  <a:lnTo>
                    <a:pt x="32364" y="0"/>
                  </a:lnTo>
                  <a:lnTo>
                    <a:pt x="57150" y="24785"/>
                  </a:lnTo>
                  <a:lnTo>
                    <a:pt x="57150" y="28574"/>
                  </a:lnTo>
                  <a:lnTo>
                    <a:pt x="57150" y="32364"/>
                  </a:lnTo>
                  <a:lnTo>
                    <a:pt x="36008" y="56424"/>
                  </a:lnTo>
                  <a:lnTo>
                    <a:pt x="32364" y="57149"/>
                  </a:lnTo>
                  <a:close/>
                </a:path>
              </a:pathLst>
            </a:custGeom>
            <a:solidFill>
              <a:srgbClr val="003366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858500" y="5524500"/>
              <a:ext cx="428625" cy="428625"/>
            </a:xfrm>
            <a:custGeom>
              <a:avLst/>
              <a:gdLst/>
              <a:ahLst/>
              <a:cxnLst/>
              <a:rect l="l" t="t" r="r" b="b"/>
              <a:pathLst>
                <a:path w="428625" h="428625">
                  <a:moveTo>
                    <a:pt x="428625" y="428624"/>
                  </a:moveTo>
                  <a:lnTo>
                    <a:pt x="0" y="0"/>
                  </a:lnTo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858500" y="5524500"/>
              <a:ext cx="428625" cy="428625"/>
            </a:xfrm>
            <a:custGeom>
              <a:avLst/>
              <a:gdLst/>
              <a:ahLst/>
              <a:cxnLst/>
              <a:rect l="l" t="t" r="r" b="b"/>
              <a:pathLst>
                <a:path w="428625" h="428625">
                  <a:moveTo>
                    <a:pt x="0" y="0"/>
                  </a:moveTo>
                  <a:lnTo>
                    <a:pt x="428625" y="428624"/>
                  </a:lnTo>
                </a:path>
              </a:pathLst>
            </a:custGeom>
            <a:ln w="7143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287125" y="5524500"/>
              <a:ext cx="428625" cy="428625"/>
            </a:xfrm>
            <a:custGeom>
              <a:avLst/>
              <a:gdLst/>
              <a:ahLst/>
              <a:cxnLst/>
              <a:rect l="l" t="t" r="r" b="b"/>
              <a:pathLst>
                <a:path w="428625" h="428625">
                  <a:moveTo>
                    <a:pt x="0" y="428624"/>
                  </a:moveTo>
                  <a:lnTo>
                    <a:pt x="428625" y="0"/>
                  </a:lnTo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11287125" y="5524500"/>
              <a:ext cx="428625" cy="428625"/>
            </a:xfrm>
            <a:custGeom>
              <a:avLst/>
              <a:gdLst/>
              <a:ahLst/>
              <a:cxnLst/>
              <a:rect l="l" t="t" r="r" b="b"/>
              <a:pathLst>
                <a:path w="428625" h="428625">
                  <a:moveTo>
                    <a:pt x="428625" y="0"/>
                  </a:moveTo>
                  <a:lnTo>
                    <a:pt x="0" y="428624"/>
                  </a:lnTo>
                </a:path>
              </a:pathLst>
            </a:custGeom>
            <a:ln w="7143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11001375" y="5953125"/>
              <a:ext cx="285750" cy="428625"/>
            </a:xfrm>
            <a:custGeom>
              <a:avLst/>
              <a:gdLst/>
              <a:ahLst/>
              <a:cxnLst/>
              <a:rect l="l" t="t" r="r" b="b"/>
              <a:pathLst>
                <a:path w="285750" h="428625">
                  <a:moveTo>
                    <a:pt x="0" y="428624"/>
                  </a:moveTo>
                  <a:lnTo>
                    <a:pt x="285750" y="0"/>
                  </a:lnTo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11001375" y="5953125"/>
              <a:ext cx="285750" cy="428625"/>
            </a:xfrm>
            <a:custGeom>
              <a:avLst/>
              <a:gdLst/>
              <a:ahLst/>
              <a:cxnLst/>
              <a:rect l="l" t="t" r="r" b="b"/>
              <a:pathLst>
                <a:path w="285750" h="428625">
                  <a:moveTo>
                    <a:pt x="0" y="428624"/>
                  </a:moveTo>
                  <a:lnTo>
                    <a:pt x="285750" y="0"/>
                  </a:lnTo>
                </a:path>
              </a:pathLst>
            </a:custGeom>
            <a:ln w="7143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6723888" y="2380487"/>
              <a:ext cx="5352415" cy="3581400"/>
            </a:xfrm>
            <a:custGeom>
              <a:avLst/>
              <a:gdLst/>
              <a:ahLst/>
              <a:cxnLst/>
              <a:rect l="l" t="t" r="r" b="b"/>
              <a:pathLst>
                <a:path w="5352415" h="3581400">
                  <a:moveTo>
                    <a:pt x="5352287" y="3581399"/>
                  </a:moveTo>
                  <a:lnTo>
                    <a:pt x="0" y="3581399"/>
                  </a:lnTo>
                  <a:lnTo>
                    <a:pt x="0" y="0"/>
                  </a:lnTo>
                  <a:lnTo>
                    <a:pt x="5352287" y="0"/>
                  </a:lnTo>
                  <a:lnTo>
                    <a:pt x="5352287" y="343661"/>
                  </a:lnTo>
                  <a:lnTo>
                    <a:pt x="610361" y="343661"/>
                  </a:lnTo>
                  <a:lnTo>
                    <a:pt x="602851" y="344024"/>
                  </a:lnTo>
                  <a:lnTo>
                    <a:pt x="562045" y="360928"/>
                  </a:lnTo>
                  <a:lnTo>
                    <a:pt x="537415" y="397775"/>
                  </a:lnTo>
                  <a:lnTo>
                    <a:pt x="534161" y="419861"/>
                  </a:lnTo>
                  <a:lnTo>
                    <a:pt x="534161" y="2782061"/>
                  </a:lnTo>
                  <a:lnTo>
                    <a:pt x="546990" y="2824402"/>
                  </a:lnTo>
                  <a:lnTo>
                    <a:pt x="581192" y="2852470"/>
                  </a:lnTo>
                  <a:lnTo>
                    <a:pt x="610361" y="2858261"/>
                  </a:lnTo>
                  <a:lnTo>
                    <a:pt x="5352287" y="2858261"/>
                  </a:lnTo>
                  <a:lnTo>
                    <a:pt x="5352287" y="3581399"/>
                  </a:lnTo>
                  <a:close/>
                </a:path>
                <a:path w="5352415" h="3581400">
                  <a:moveTo>
                    <a:pt x="5352287" y="2858261"/>
                  </a:moveTo>
                  <a:lnTo>
                    <a:pt x="4744211" y="2858261"/>
                  </a:lnTo>
                  <a:lnTo>
                    <a:pt x="4751722" y="2857901"/>
                  </a:lnTo>
                  <a:lnTo>
                    <a:pt x="4759082" y="2856817"/>
                  </a:lnTo>
                  <a:lnTo>
                    <a:pt x="4798100" y="2835950"/>
                  </a:lnTo>
                  <a:lnTo>
                    <a:pt x="4818967" y="2796932"/>
                  </a:lnTo>
                  <a:lnTo>
                    <a:pt x="4820411" y="2782061"/>
                  </a:lnTo>
                  <a:lnTo>
                    <a:pt x="4820411" y="419861"/>
                  </a:lnTo>
                  <a:lnTo>
                    <a:pt x="4807583" y="377518"/>
                  </a:lnTo>
                  <a:lnTo>
                    <a:pt x="4773381" y="349462"/>
                  </a:lnTo>
                  <a:lnTo>
                    <a:pt x="4744211" y="343661"/>
                  </a:lnTo>
                  <a:lnTo>
                    <a:pt x="5352287" y="343661"/>
                  </a:lnTo>
                  <a:lnTo>
                    <a:pt x="5352287" y="2858261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58050" y="2724150"/>
              <a:ext cx="4286249" cy="2514599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571500" y="2819400"/>
            <a:ext cx="457200" cy="457200"/>
            <a:chOff x="571500" y="2819400"/>
            <a:chExt cx="457200" cy="457200"/>
          </a:xfrm>
        </p:grpSpPr>
        <p:sp>
          <p:nvSpPr>
            <p:cNvPr id="17" name="object 17"/>
            <p:cNvSpPr/>
            <p:nvPr/>
          </p:nvSpPr>
          <p:spPr>
            <a:xfrm>
              <a:off x="571500" y="2819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86003" y="457200"/>
                  </a:moveTo>
                  <a:lnTo>
                    <a:pt x="71196" y="457200"/>
                  </a:lnTo>
                  <a:lnTo>
                    <a:pt x="66241" y="456712"/>
                  </a:lnTo>
                  <a:lnTo>
                    <a:pt x="29705" y="441578"/>
                  </a:lnTo>
                  <a:lnTo>
                    <a:pt x="3885" y="405538"/>
                  </a:lnTo>
                  <a:lnTo>
                    <a:pt x="0" y="386003"/>
                  </a:lnTo>
                  <a:lnTo>
                    <a:pt x="0" y="381000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86003" y="0"/>
                  </a:lnTo>
                  <a:lnTo>
                    <a:pt x="427494" y="15621"/>
                  </a:lnTo>
                  <a:lnTo>
                    <a:pt x="453313" y="51661"/>
                  </a:lnTo>
                  <a:lnTo>
                    <a:pt x="457200" y="71196"/>
                  </a:lnTo>
                  <a:lnTo>
                    <a:pt x="457200" y="386003"/>
                  </a:lnTo>
                  <a:lnTo>
                    <a:pt x="441578" y="427494"/>
                  </a:lnTo>
                  <a:lnTo>
                    <a:pt x="405538" y="453313"/>
                  </a:lnTo>
                  <a:lnTo>
                    <a:pt x="390958" y="456712"/>
                  </a:lnTo>
                  <a:lnTo>
                    <a:pt x="386003" y="457200"/>
                  </a:lnTo>
                  <a:close/>
                </a:path>
              </a:pathLst>
            </a:custGeom>
            <a:solidFill>
              <a:srgbClr val="007B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4522" y="2943318"/>
              <a:ext cx="191227" cy="199931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206500" y="2770311"/>
            <a:ext cx="5380990" cy="268329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12700"/>
              </a:lnSpc>
              <a:spcBef>
                <a:spcPts val="75"/>
              </a:spcBef>
            </a:pPr>
            <a:r>
              <a:rPr lang="en-US" spc="-1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Proses</a:t>
            </a:r>
            <a:r>
              <a:rPr lang="en-US" spc="-10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lang="en-US" spc="-145" dirty="0" err="1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mengambil</a:t>
            </a:r>
            <a:r>
              <a:rPr lang="en-US" spc="-15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lang="en-US" spc="-6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data </a:t>
            </a:r>
            <a:r>
              <a:rPr lang="en-US" sz="1600" spc="-25" dirty="0" err="1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lang="en-US" sz="1600" spc="-25" dirty="0" err="1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ec</a:t>
            </a:r>
            <a:r>
              <a:rPr lang="en-US" sz="1600" spc="-25" dirty="0" err="1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ara</a:t>
            </a:r>
            <a:r>
              <a:rPr lang="en-US" sz="16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lang="en-US" sz="1600" spc="-55" dirty="0" err="1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lang="en-US" sz="1600" spc="-55" dirty="0" err="1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</a:t>
            </a:r>
            <a:r>
              <a:rPr lang="en-US" sz="1600" spc="-55" dirty="0" err="1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rstru</a:t>
            </a:r>
            <a:r>
              <a:rPr lang="en-US" sz="1600" spc="-55" dirty="0" err="1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</a:t>
            </a:r>
            <a:r>
              <a:rPr lang="en-US" sz="1600" spc="-55" dirty="0" err="1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tur</a:t>
            </a:r>
            <a:r>
              <a:rPr lang="en-US" sz="16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lang="en-US" sz="1600" spc="-55" dirty="0" err="1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u</a:t>
            </a:r>
            <a:r>
              <a:rPr lang="en-US" sz="1600" spc="-55" dirty="0" err="1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lang="en-US" sz="1600" spc="-55" dirty="0" err="1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tu</a:t>
            </a:r>
            <a:r>
              <a:rPr lang="en-US" sz="1600" spc="-55" dirty="0" err="1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</a:t>
            </a:r>
            <a:r>
              <a:rPr lang="en-US" sz="16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lang="en-US" sz="1600" spc="-45" dirty="0" err="1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menj</a:t>
            </a:r>
            <a:r>
              <a:rPr lang="en-US" sz="1600" spc="-45" dirty="0" err="1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awa</a:t>
            </a:r>
            <a:r>
              <a:rPr lang="en-US" sz="1600" spc="-45" dirty="0" err="1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b</a:t>
            </a:r>
            <a:r>
              <a:rPr lang="en-US" sz="16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lang="en-US" sz="1600" spc="-40" dirty="0" err="1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p</a:t>
            </a:r>
            <a:r>
              <a:rPr lang="en-US" sz="1600" spc="-40" dirty="0" err="1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</a:t>
            </a:r>
            <a:r>
              <a:rPr lang="en-US" sz="1600" spc="-40" dirty="0" err="1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rta</a:t>
            </a:r>
            <a:r>
              <a:rPr lang="en-US" sz="1600" spc="-40" dirty="0" err="1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lang="en-US" sz="1600" spc="-40" dirty="0" err="1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yaa</a:t>
            </a:r>
            <a:r>
              <a:rPr lang="en-US" sz="1600" spc="-40" dirty="0" err="1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lang="en-US" sz="1600" spc="-8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lang="en-US" sz="1600" spc="-45" dirty="0" err="1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bi</a:t>
            </a:r>
            <a:r>
              <a:rPr lang="en-US" sz="1600" spc="-45" dirty="0" err="1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lang="en-US" sz="1600" spc="-45" dirty="0" err="1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ni</a:t>
            </a:r>
            <a:r>
              <a:rPr lang="en-US" sz="1600" spc="-45" dirty="0" err="1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lang="en-US" sz="1600" spc="-6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lang="en-US" sz="160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ya</a:t>
            </a:r>
            <a:r>
              <a:rPr lang="en-US" sz="160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ng</a:t>
            </a:r>
            <a:r>
              <a:rPr lang="en-US" sz="1600" spc="-7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lang="en-US" sz="1600" spc="-10" dirty="0" err="1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sp</a:t>
            </a:r>
            <a:r>
              <a:rPr lang="en-US" sz="1600" spc="-10" dirty="0" err="1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</a:t>
            </a:r>
            <a:r>
              <a:rPr lang="en-US" sz="1600" spc="-10" dirty="0" err="1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lang="en-US" sz="1600" spc="-10" dirty="0" err="1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ifik</a:t>
            </a:r>
            <a:r>
              <a:rPr lang="en-US" sz="16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.</a:t>
            </a:r>
            <a:endParaRPr lang="en-US" sz="1600" dirty="0">
              <a:latin typeface="Arial Rounded MT Bold" panose="020F0704030504030204" pitchFamily="34" charset="0"/>
              <a:cs typeface="Lucida Sans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lang="en-US" sz="1600" dirty="0">
              <a:latin typeface="Arial Rounded MT Bold" panose="020F0704030504030204" pitchFamily="34" charset="0"/>
              <a:cs typeface="Lucida Sans"/>
            </a:endParaRPr>
          </a:p>
          <a:p>
            <a:pPr marL="12700" marR="104775">
              <a:lnSpc>
                <a:spcPct val="112700"/>
              </a:lnSpc>
            </a:pPr>
            <a:r>
              <a:rPr lang="en-US" spc="-90" dirty="0" err="1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Mengidentifikasi</a:t>
            </a:r>
            <a:r>
              <a:rPr lang="en-US" spc="-15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lang="en-US" spc="-75" dirty="0" err="1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tren</a:t>
            </a:r>
            <a:r>
              <a:rPr lang="en-US" spc="-95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lang="en-US" sz="16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</a:t>
            </a:r>
            <a:r>
              <a:rPr lang="en-US" sz="16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lang="en-US" sz="16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lang="en-US" sz="16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lang="en-US" sz="1600" spc="-85" dirty="0" err="1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po</a:t>
            </a:r>
            <a:r>
              <a:rPr lang="en-US" sz="1600" spc="-85" dirty="0" err="1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l</a:t>
            </a:r>
            <a:r>
              <a:rPr lang="en-US" sz="1600" spc="-85" dirty="0" err="1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lang="en-US" sz="16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lang="en-US" sz="160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ya</a:t>
            </a:r>
            <a:r>
              <a:rPr lang="en-US" sz="160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ng</a:t>
            </a:r>
            <a:r>
              <a:rPr lang="en-US" sz="16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lang="en-US" sz="1600" spc="-50" dirty="0" err="1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lang="en-US" sz="1600" spc="-50" dirty="0" err="1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</a:t>
            </a:r>
            <a:r>
              <a:rPr lang="en-US" sz="1600" spc="-50" dirty="0" err="1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rs</a:t>
            </a:r>
            <a:r>
              <a:rPr lang="en-US" sz="1600" spc="-50" dirty="0" err="1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emb</a:t>
            </a:r>
            <a:r>
              <a:rPr lang="en-US" sz="1600" spc="-50" dirty="0" err="1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u</a:t>
            </a:r>
            <a:r>
              <a:rPr lang="en-US" sz="1600" spc="-50" dirty="0" err="1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lang="en-US" sz="1600" spc="-50" dirty="0" err="1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y</a:t>
            </a:r>
            <a:r>
              <a:rPr lang="en-US" sz="1600" spc="-50" dirty="0" err="1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</a:t>
            </a:r>
            <a:r>
              <a:rPr lang="en-US" sz="16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lang="en-US" sz="16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di</a:t>
            </a:r>
            <a:r>
              <a:rPr lang="en-US" sz="16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lang="en-US" sz="1600" spc="-35" dirty="0" err="1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</a:t>
            </a:r>
            <a:r>
              <a:rPr lang="en-US" sz="1600" spc="-35" dirty="0" err="1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lang="en-US" sz="1600" spc="-35" dirty="0" err="1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l</a:t>
            </a:r>
            <a:r>
              <a:rPr lang="en-US" sz="1600" spc="-35" dirty="0" err="1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lang="en-US" sz="1600" spc="-35" dirty="0" err="1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m</a:t>
            </a:r>
            <a:r>
              <a:rPr lang="en-US" sz="16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lang="en-US" sz="16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</a:t>
            </a:r>
            <a:r>
              <a:rPr lang="en-US" sz="16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atas</a:t>
            </a:r>
            <a:r>
              <a:rPr lang="en-US" sz="16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</a:t>
            </a:r>
            <a:r>
              <a:rPr lang="en-US" sz="16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lang="en-US" sz="1600" spc="-8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lang="en-US" sz="160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ya</a:t>
            </a:r>
            <a:r>
              <a:rPr lang="en-US" sz="160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ng</a:t>
            </a:r>
            <a:r>
              <a:rPr lang="en-US" sz="1600" spc="-9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lang="en-US" sz="1600" spc="-25" dirty="0" err="1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be</a:t>
            </a:r>
            <a:r>
              <a:rPr lang="en-US" sz="1600" spc="-25" dirty="0" err="1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sar</a:t>
            </a:r>
            <a:r>
              <a:rPr lang="en-US" sz="1600" spc="-8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lang="en-US" sz="16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</a:t>
            </a:r>
            <a:r>
              <a:rPr lang="en-US" sz="16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lang="en-US" sz="16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lang="en-US" sz="1600" spc="-9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lang="en-US" sz="1600" spc="-10" dirty="0" err="1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</a:t>
            </a:r>
            <a:r>
              <a:rPr lang="en-US" sz="1600" spc="-10" dirty="0" err="1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o</a:t>
            </a:r>
            <a:r>
              <a:rPr lang="en-US" sz="1600" spc="-10" dirty="0" err="1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m</a:t>
            </a:r>
            <a:r>
              <a:rPr lang="en-US" sz="1600" spc="-10" dirty="0" err="1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p</a:t>
            </a:r>
            <a:r>
              <a:rPr lang="en-US" sz="1600" spc="-10" dirty="0" err="1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lek</a:t>
            </a:r>
            <a:r>
              <a:rPr lang="en-US" sz="1600" spc="-10" dirty="0" err="1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lang="en-US" sz="16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.</a:t>
            </a:r>
            <a:endParaRPr lang="en-US" sz="1600" dirty="0">
              <a:latin typeface="Arial Rounded MT Bold" panose="020F0704030504030204" pitchFamily="34" charset="0"/>
              <a:cs typeface="Lucida Sans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lang="en-US" sz="1600" dirty="0">
              <a:latin typeface="Arial Rounded MT Bold" panose="020F0704030504030204" pitchFamily="34" charset="0"/>
              <a:cs typeface="Lucida Sans"/>
            </a:endParaRPr>
          </a:p>
          <a:p>
            <a:pPr marL="12700" marR="697865">
              <a:lnSpc>
                <a:spcPct val="112700"/>
              </a:lnSpc>
            </a:pPr>
            <a:r>
              <a:rPr lang="en-US" spc="-75" dirty="0" err="1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Mengekstrak</a:t>
            </a:r>
            <a:r>
              <a:rPr lang="en-US" spc="-155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lang="en-US" spc="-10" dirty="0" err="1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wawasan</a:t>
            </a:r>
            <a:r>
              <a:rPr lang="en-US" spc="-95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lang="en-US" sz="1600" spc="-30" dirty="0" err="1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be</a:t>
            </a:r>
            <a:r>
              <a:rPr lang="en-US" sz="1600" spc="-30" dirty="0" err="1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r</a:t>
            </a:r>
            <a:r>
              <a:rPr lang="en-US" sz="1600" spc="-30" dirty="0" err="1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h</a:t>
            </a:r>
            <a:r>
              <a:rPr lang="en-US" sz="1600" spc="-30" dirty="0" err="1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ar</a:t>
            </a:r>
            <a:r>
              <a:rPr lang="en-US" sz="1600" spc="-30" dirty="0" err="1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g</a:t>
            </a:r>
            <a:r>
              <a:rPr lang="en-US" sz="1600" spc="-30" dirty="0" err="1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lang="en-US" sz="16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lang="en-US" sz="1600" spc="-55" dirty="0" err="1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u</a:t>
            </a:r>
            <a:r>
              <a:rPr lang="en-US" sz="1600" spc="-55" dirty="0" err="1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lang="en-US" sz="1600" spc="-55" dirty="0" err="1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tu</a:t>
            </a:r>
            <a:r>
              <a:rPr lang="en-US" sz="1600" spc="-55" dirty="0" err="1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</a:t>
            </a:r>
            <a:r>
              <a:rPr lang="en-US" sz="16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lang="en-US" sz="1600" spc="-30" dirty="0" err="1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mend</a:t>
            </a:r>
            <a:r>
              <a:rPr lang="en-US" sz="1600" spc="-30" dirty="0" err="1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u</a:t>
            </a:r>
            <a:r>
              <a:rPr lang="en-US" sz="1600" spc="-30" dirty="0" err="1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</a:t>
            </a:r>
            <a:r>
              <a:rPr lang="en-US" sz="1600" spc="-30" dirty="0" err="1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u</a:t>
            </a:r>
            <a:r>
              <a:rPr lang="en-US" sz="1600" spc="-30" dirty="0" err="1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ng</a:t>
            </a:r>
            <a:r>
              <a:rPr lang="en-US" sz="16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lang="en-US" sz="1600" spc="-45" dirty="0" err="1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p</a:t>
            </a:r>
            <a:r>
              <a:rPr lang="en-US" sz="1600" spc="-45" dirty="0" err="1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eng</a:t>
            </a:r>
            <a:r>
              <a:rPr lang="en-US" sz="1600" spc="-45" dirty="0" err="1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lang="en-US" sz="1600" spc="-45" dirty="0" err="1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mbil</a:t>
            </a:r>
            <a:r>
              <a:rPr lang="en-US" sz="1600" spc="-45" dirty="0" err="1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lang="en-US" sz="1600" spc="-45" dirty="0" err="1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lang="en-US" sz="1600" spc="-7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lang="en-US" sz="1600" spc="-50" dirty="0" err="1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ke</a:t>
            </a:r>
            <a:r>
              <a:rPr lang="en-US" sz="1600" spc="-50" dirty="0" err="1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putusa</a:t>
            </a:r>
            <a:r>
              <a:rPr lang="en-US" sz="1600" spc="-50" dirty="0" err="1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lang="en-US" sz="1600" spc="-6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lang="en-US" sz="1600" spc="-45" dirty="0" err="1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or</a:t>
            </a:r>
            <a:r>
              <a:rPr lang="en-US" sz="1600" spc="-45" dirty="0" err="1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g</a:t>
            </a:r>
            <a:r>
              <a:rPr lang="en-US" sz="1600" spc="-45" dirty="0" err="1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lang="en-US" sz="1600" spc="-45" dirty="0" err="1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ni</a:t>
            </a:r>
            <a:r>
              <a:rPr lang="en-US" sz="1600" spc="-45" dirty="0" err="1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sas</a:t>
            </a:r>
            <a:r>
              <a:rPr lang="en-US" sz="1600" spc="-45" dirty="0" err="1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</a:t>
            </a:r>
            <a:r>
              <a:rPr lang="en-US" sz="1600" spc="-7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lang="en-US" sz="160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ya</a:t>
            </a:r>
            <a:r>
              <a:rPr lang="en-US" sz="160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ng</a:t>
            </a:r>
            <a:r>
              <a:rPr lang="en-US" sz="1600" spc="-6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lang="en-US" sz="1600" spc="-65" dirty="0" err="1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lebih</a:t>
            </a:r>
            <a:r>
              <a:rPr lang="en-US" sz="1600" spc="-7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lang="en-US" sz="1600" spc="-10" dirty="0" err="1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b</a:t>
            </a:r>
            <a:r>
              <a:rPr lang="en-US" sz="1600" spc="-10" dirty="0" err="1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lang="en-US" sz="1600" spc="-10" dirty="0" err="1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ik</a:t>
            </a:r>
            <a:r>
              <a:rPr lang="en-US" sz="16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.</a:t>
            </a:r>
            <a:endParaRPr lang="en-US" sz="1600" dirty="0">
              <a:latin typeface="Arial Rounded MT Bold" panose="020F0704030504030204" pitchFamily="34" charset="0"/>
              <a:cs typeface="Lucida San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71500" y="3695700"/>
            <a:ext cx="457200" cy="457200"/>
            <a:chOff x="571500" y="3695700"/>
            <a:chExt cx="457200" cy="457200"/>
          </a:xfrm>
        </p:grpSpPr>
        <p:sp>
          <p:nvSpPr>
            <p:cNvPr id="21" name="object 21"/>
            <p:cNvSpPr/>
            <p:nvPr/>
          </p:nvSpPr>
          <p:spPr>
            <a:xfrm>
              <a:off x="571500" y="36957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86003" y="457200"/>
                  </a:moveTo>
                  <a:lnTo>
                    <a:pt x="71196" y="457200"/>
                  </a:lnTo>
                  <a:lnTo>
                    <a:pt x="66241" y="456712"/>
                  </a:lnTo>
                  <a:lnTo>
                    <a:pt x="29705" y="441578"/>
                  </a:lnTo>
                  <a:lnTo>
                    <a:pt x="3885" y="405538"/>
                  </a:lnTo>
                  <a:lnTo>
                    <a:pt x="0" y="386003"/>
                  </a:lnTo>
                  <a:lnTo>
                    <a:pt x="0" y="381000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86003" y="0"/>
                  </a:lnTo>
                  <a:lnTo>
                    <a:pt x="427494" y="15621"/>
                  </a:lnTo>
                  <a:lnTo>
                    <a:pt x="453313" y="51661"/>
                  </a:lnTo>
                  <a:lnTo>
                    <a:pt x="457200" y="71196"/>
                  </a:lnTo>
                  <a:lnTo>
                    <a:pt x="457200" y="386003"/>
                  </a:lnTo>
                  <a:lnTo>
                    <a:pt x="441578" y="427494"/>
                  </a:lnTo>
                  <a:lnTo>
                    <a:pt x="405538" y="453313"/>
                  </a:lnTo>
                  <a:lnTo>
                    <a:pt x="390958" y="456712"/>
                  </a:lnTo>
                  <a:lnTo>
                    <a:pt x="386003" y="457200"/>
                  </a:lnTo>
                  <a:close/>
                </a:path>
              </a:pathLst>
            </a:custGeom>
            <a:solidFill>
              <a:srgbClr val="007B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4850" y="3829050"/>
              <a:ext cx="190500" cy="190500"/>
            </a:xfrm>
            <a:prstGeom prst="rect">
              <a:avLst/>
            </a:prstGeom>
          </p:spPr>
        </p:pic>
      </p:grpSp>
      <p:grpSp>
        <p:nvGrpSpPr>
          <p:cNvPr id="23" name="object 23"/>
          <p:cNvGrpSpPr/>
          <p:nvPr/>
        </p:nvGrpSpPr>
        <p:grpSpPr>
          <a:xfrm>
            <a:off x="571500" y="4572000"/>
            <a:ext cx="457200" cy="457200"/>
            <a:chOff x="571500" y="4572000"/>
            <a:chExt cx="457200" cy="457200"/>
          </a:xfrm>
        </p:grpSpPr>
        <p:sp>
          <p:nvSpPr>
            <p:cNvPr id="24" name="object 24"/>
            <p:cNvSpPr/>
            <p:nvPr/>
          </p:nvSpPr>
          <p:spPr>
            <a:xfrm>
              <a:off x="571500" y="4572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86003" y="457200"/>
                  </a:moveTo>
                  <a:lnTo>
                    <a:pt x="71196" y="457200"/>
                  </a:lnTo>
                  <a:lnTo>
                    <a:pt x="66241" y="456712"/>
                  </a:lnTo>
                  <a:lnTo>
                    <a:pt x="29705" y="441578"/>
                  </a:lnTo>
                  <a:lnTo>
                    <a:pt x="3885" y="405538"/>
                  </a:lnTo>
                  <a:lnTo>
                    <a:pt x="0" y="386003"/>
                  </a:lnTo>
                  <a:lnTo>
                    <a:pt x="0" y="381000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86003" y="0"/>
                  </a:lnTo>
                  <a:lnTo>
                    <a:pt x="427494" y="15621"/>
                  </a:lnTo>
                  <a:lnTo>
                    <a:pt x="453313" y="51661"/>
                  </a:lnTo>
                  <a:lnTo>
                    <a:pt x="457200" y="71196"/>
                  </a:lnTo>
                  <a:lnTo>
                    <a:pt x="457200" y="386003"/>
                  </a:lnTo>
                  <a:lnTo>
                    <a:pt x="441578" y="427494"/>
                  </a:lnTo>
                  <a:lnTo>
                    <a:pt x="405538" y="453313"/>
                  </a:lnTo>
                  <a:lnTo>
                    <a:pt x="390958" y="456712"/>
                  </a:lnTo>
                  <a:lnTo>
                    <a:pt x="386003" y="457200"/>
                  </a:lnTo>
                  <a:close/>
                </a:path>
              </a:pathLst>
            </a:custGeom>
            <a:solidFill>
              <a:srgbClr val="007B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714375" y="471487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63465" y="133350"/>
                  </a:moveTo>
                  <a:lnTo>
                    <a:pt x="107975" y="133350"/>
                  </a:lnTo>
                </a:path>
                <a:path w="171450" h="171450">
                  <a:moveTo>
                    <a:pt x="85725" y="0"/>
                  </a:moveTo>
                  <a:lnTo>
                    <a:pt x="85725" y="9525"/>
                  </a:lnTo>
                </a:path>
                <a:path w="171450" h="171450">
                  <a:moveTo>
                    <a:pt x="146342" y="25107"/>
                  </a:moveTo>
                  <a:lnTo>
                    <a:pt x="139607" y="31842"/>
                  </a:lnTo>
                </a:path>
                <a:path w="171450" h="171450">
                  <a:moveTo>
                    <a:pt x="171450" y="85725"/>
                  </a:moveTo>
                  <a:lnTo>
                    <a:pt x="161925" y="85725"/>
                  </a:lnTo>
                </a:path>
                <a:path w="171450" h="171450">
                  <a:moveTo>
                    <a:pt x="9525" y="85725"/>
                  </a:moveTo>
                  <a:lnTo>
                    <a:pt x="0" y="85725"/>
                  </a:lnTo>
                </a:path>
                <a:path w="171450" h="171450">
                  <a:moveTo>
                    <a:pt x="31842" y="31842"/>
                  </a:moveTo>
                  <a:lnTo>
                    <a:pt x="25107" y="25107"/>
                  </a:lnTo>
                </a:path>
                <a:path w="171450" h="171450">
                  <a:moveTo>
                    <a:pt x="52044" y="119405"/>
                  </a:moveTo>
                  <a:lnTo>
                    <a:pt x="47579" y="114939"/>
                  </a:lnTo>
                  <a:lnTo>
                    <a:pt x="44139" y="109788"/>
                  </a:lnTo>
                  <a:lnTo>
                    <a:pt x="41723" y="103953"/>
                  </a:lnTo>
                  <a:lnTo>
                    <a:pt x="39307" y="98119"/>
                  </a:lnTo>
                  <a:lnTo>
                    <a:pt x="38099" y="92044"/>
                  </a:lnTo>
                  <a:lnTo>
                    <a:pt x="38100" y="85729"/>
                  </a:lnTo>
                  <a:lnTo>
                    <a:pt x="38100" y="79414"/>
                  </a:lnTo>
                  <a:lnTo>
                    <a:pt x="39309" y="73339"/>
                  </a:lnTo>
                  <a:lnTo>
                    <a:pt x="41726" y="67505"/>
                  </a:lnTo>
                  <a:lnTo>
                    <a:pt x="44143" y="61671"/>
                  </a:lnTo>
                  <a:lnTo>
                    <a:pt x="67500" y="41733"/>
                  </a:lnTo>
                  <a:lnTo>
                    <a:pt x="73334" y="39317"/>
                  </a:lnTo>
                  <a:lnTo>
                    <a:pt x="79409" y="38108"/>
                  </a:lnTo>
                  <a:lnTo>
                    <a:pt x="85725" y="38108"/>
                  </a:lnTo>
                  <a:lnTo>
                    <a:pt x="92040" y="38108"/>
                  </a:lnTo>
                  <a:lnTo>
                    <a:pt x="98115" y="39317"/>
                  </a:lnTo>
                  <a:lnTo>
                    <a:pt x="103949" y="41733"/>
                  </a:lnTo>
                  <a:lnTo>
                    <a:pt x="109784" y="44150"/>
                  </a:lnTo>
                  <a:lnTo>
                    <a:pt x="133349" y="79414"/>
                  </a:lnTo>
                  <a:lnTo>
                    <a:pt x="133350" y="85729"/>
                  </a:lnTo>
                  <a:lnTo>
                    <a:pt x="133350" y="92044"/>
                  </a:lnTo>
                  <a:lnTo>
                    <a:pt x="132143" y="98119"/>
                  </a:lnTo>
                  <a:lnTo>
                    <a:pt x="129726" y="103953"/>
                  </a:lnTo>
                  <a:lnTo>
                    <a:pt x="127311" y="109788"/>
                  </a:lnTo>
                  <a:lnTo>
                    <a:pt x="123870" y="114939"/>
                  </a:lnTo>
                  <a:lnTo>
                    <a:pt x="119405" y="119405"/>
                  </a:lnTo>
                  <a:lnTo>
                    <a:pt x="114185" y="124615"/>
                  </a:lnTo>
                  <a:lnTo>
                    <a:pt x="107910" y="130891"/>
                  </a:lnTo>
                  <a:lnTo>
                    <a:pt x="104774" y="138466"/>
                  </a:lnTo>
                  <a:lnTo>
                    <a:pt x="104775" y="147342"/>
                  </a:lnTo>
                  <a:lnTo>
                    <a:pt x="104775" y="152400"/>
                  </a:lnTo>
                  <a:lnTo>
                    <a:pt x="104775" y="154926"/>
                  </a:lnTo>
                  <a:lnTo>
                    <a:pt x="104292" y="157355"/>
                  </a:lnTo>
                  <a:lnTo>
                    <a:pt x="103325" y="159690"/>
                  </a:lnTo>
                  <a:lnTo>
                    <a:pt x="102358" y="162024"/>
                  </a:lnTo>
                  <a:lnTo>
                    <a:pt x="100981" y="164084"/>
                  </a:lnTo>
                  <a:lnTo>
                    <a:pt x="99195" y="165870"/>
                  </a:lnTo>
                  <a:lnTo>
                    <a:pt x="97409" y="167656"/>
                  </a:lnTo>
                  <a:lnTo>
                    <a:pt x="95349" y="169033"/>
                  </a:lnTo>
                  <a:lnTo>
                    <a:pt x="93015" y="170000"/>
                  </a:lnTo>
                  <a:lnTo>
                    <a:pt x="90680" y="170967"/>
                  </a:lnTo>
                  <a:lnTo>
                    <a:pt x="88251" y="171450"/>
                  </a:lnTo>
                  <a:lnTo>
                    <a:pt x="85725" y="171450"/>
                  </a:lnTo>
                  <a:lnTo>
                    <a:pt x="83198" y="171450"/>
                  </a:lnTo>
                  <a:lnTo>
                    <a:pt x="72254" y="165870"/>
                  </a:lnTo>
                  <a:lnTo>
                    <a:pt x="70467" y="164084"/>
                  </a:lnTo>
                  <a:lnTo>
                    <a:pt x="69091" y="162024"/>
                  </a:lnTo>
                  <a:lnTo>
                    <a:pt x="68124" y="159690"/>
                  </a:lnTo>
                  <a:lnTo>
                    <a:pt x="67157" y="157355"/>
                  </a:lnTo>
                  <a:lnTo>
                    <a:pt x="66675" y="154926"/>
                  </a:lnTo>
                  <a:lnTo>
                    <a:pt x="66675" y="152400"/>
                  </a:lnTo>
                  <a:lnTo>
                    <a:pt x="66675" y="147342"/>
                  </a:lnTo>
                  <a:lnTo>
                    <a:pt x="66675" y="138817"/>
                  </a:lnTo>
                  <a:lnTo>
                    <a:pt x="63284" y="130635"/>
                  </a:lnTo>
                  <a:lnTo>
                    <a:pt x="57264" y="124615"/>
                  </a:lnTo>
                  <a:lnTo>
                    <a:pt x="52044" y="119405"/>
                  </a:lnTo>
                  <a:close/>
                </a:path>
              </a:pathLst>
            </a:custGeom>
            <a:ln w="19050">
              <a:solidFill>
                <a:srgbClr val="007B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58800" y="6287372"/>
            <a:ext cx="4013200" cy="19171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spc="-3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©</a:t>
            </a:r>
            <a:r>
              <a:rPr sz="1150" spc="-6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150" spc="-85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2026</a:t>
            </a:r>
            <a:r>
              <a:rPr sz="1150" spc="-6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1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P</a:t>
            </a:r>
            <a:r>
              <a:rPr sz="11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eng</a:t>
            </a:r>
            <a:r>
              <a:rPr sz="11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1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0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1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0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r</a:t>
            </a:r>
            <a:r>
              <a:rPr sz="1050" spc="-3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li</a:t>
            </a:r>
            <a:r>
              <a:rPr sz="10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ik</a:t>
            </a:r>
            <a:r>
              <a:rPr sz="1150" spc="-45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150" spc="-5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Da</a:t>
            </a:r>
            <a:r>
              <a:rPr sz="1050" spc="-5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150" spc="-5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15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|</a:t>
            </a:r>
            <a:r>
              <a:rPr lang="en-US" sz="1150" spc="-6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 Cisco Networking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1499" y="571500"/>
            <a:ext cx="51917" cy="5715000"/>
          </a:xfrm>
          <a:custGeom>
            <a:avLst/>
            <a:gdLst/>
            <a:ahLst/>
            <a:cxnLst/>
            <a:rect l="l" t="t" r="r" b="b"/>
            <a:pathLst>
              <a:path w="38100" h="5715000">
                <a:moveTo>
                  <a:pt x="38100" y="5715000"/>
                </a:moveTo>
                <a:lnTo>
                  <a:pt x="0" y="5715000"/>
                </a:lnTo>
                <a:lnTo>
                  <a:pt x="0" y="0"/>
                </a:lnTo>
                <a:lnTo>
                  <a:pt x="38100" y="0"/>
                </a:lnTo>
                <a:lnTo>
                  <a:pt x="38100" y="5715000"/>
                </a:lnTo>
                <a:close/>
              </a:path>
            </a:pathLst>
          </a:custGeom>
          <a:solidFill>
            <a:srgbClr val="007BFF"/>
          </a:solidFill>
        </p:spPr>
        <p:txBody>
          <a:bodyPr wrap="square" lIns="0" tIns="0" rIns="0" bIns="0" rtlCol="0"/>
          <a:lstStyle/>
          <a:p>
            <a:endParaRPr>
              <a:latin typeface="Arial Rounded MT Bold" panose="020F0704030504030204" pitchFamily="34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82650" y="460872"/>
            <a:ext cx="2774950" cy="1025922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 marR="5080">
              <a:lnSpc>
                <a:spcPts val="4430"/>
              </a:lnSpc>
              <a:spcBef>
                <a:spcPts val="1000"/>
              </a:spcBef>
            </a:pPr>
            <a:r>
              <a:rPr sz="4000" spc="-195" dirty="0">
                <a:latin typeface="Arial Rounded MT Bold" panose="020F0704030504030204" pitchFamily="34" charset="0"/>
              </a:rPr>
              <a:t>DAF</a:t>
            </a:r>
            <a:r>
              <a:rPr sz="4000" spc="-195" dirty="0">
                <a:latin typeface="Arial Rounded MT Bold" panose="020F0704030504030204" pitchFamily="34" charset="0"/>
                <a:cs typeface="Trebuchet MS"/>
              </a:rPr>
              <a:t>T</a:t>
            </a:r>
            <a:r>
              <a:rPr sz="4000" spc="-195" dirty="0">
                <a:latin typeface="Arial Rounded MT Bold" panose="020F0704030504030204" pitchFamily="34" charset="0"/>
              </a:rPr>
              <a:t>A</a:t>
            </a:r>
            <a:r>
              <a:rPr sz="4000" spc="-195" dirty="0">
                <a:latin typeface="Arial Rounded MT Bold" panose="020F0704030504030204" pitchFamily="34" charset="0"/>
                <a:cs typeface="Trebuchet MS"/>
              </a:rPr>
              <a:t>R </a:t>
            </a:r>
            <a:r>
              <a:rPr sz="4000" spc="-25" dirty="0">
                <a:latin typeface="Arial Rounded MT Bold" panose="020F0704030504030204" pitchFamily="34" charset="0"/>
              </a:rPr>
              <a:t>I</a:t>
            </a:r>
            <a:r>
              <a:rPr sz="4000" spc="-25" dirty="0">
                <a:latin typeface="Arial Rounded MT Bold" panose="020F0704030504030204" pitchFamily="34" charset="0"/>
                <a:cs typeface="Trebuchet MS"/>
              </a:rPr>
              <a:t>S</a:t>
            </a:r>
            <a:r>
              <a:rPr sz="4000" spc="-25" dirty="0">
                <a:latin typeface="Arial Rounded MT Bold" panose="020F0704030504030204" pitchFamily="34" charset="0"/>
              </a:rPr>
              <a:t>I</a:t>
            </a:r>
            <a:endParaRPr sz="4000" dirty="0">
              <a:latin typeface="Arial Rounded MT Bold" panose="020F0704030504030204" pitchFamily="34" charset="0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sz="1450" spc="-20" dirty="0">
                <a:solidFill>
                  <a:srgbClr val="007BFF"/>
                </a:solidFill>
                <a:latin typeface="Arial Rounded MT Bold" panose="020F0704030504030204" pitchFamily="34" charset="0"/>
              </a:rPr>
              <a:t>P</a:t>
            </a:r>
            <a:r>
              <a:rPr sz="1500" spc="-20" dirty="0">
                <a:solidFill>
                  <a:srgbClr val="007BFF"/>
                </a:solidFill>
                <a:latin typeface="Arial Rounded MT Bold" panose="020F0704030504030204" pitchFamily="34" charset="0"/>
              </a:rPr>
              <a:t>e</a:t>
            </a:r>
            <a:r>
              <a:rPr sz="1350" spc="-20" dirty="0">
                <a:solidFill>
                  <a:srgbClr val="007BFF"/>
                </a:solidFill>
                <a:latin typeface="Arial Rounded MT Bold" panose="020F0704030504030204" pitchFamily="34" charset="0"/>
                <a:cs typeface="Franklin Gothic Heavy"/>
              </a:rPr>
              <a:t>t</a:t>
            </a:r>
            <a:r>
              <a:rPr sz="1450" spc="-20" dirty="0">
                <a:solidFill>
                  <a:srgbClr val="007BFF"/>
                </a:solidFill>
                <a:latin typeface="Arial Rounded MT Bold" panose="020F0704030504030204" pitchFamily="34" charset="0"/>
              </a:rPr>
              <a:t>a</a:t>
            </a:r>
            <a:r>
              <a:rPr sz="1450" spc="-60" dirty="0">
                <a:solidFill>
                  <a:srgbClr val="007BFF"/>
                </a:solidFill>
                <a:latin typeface="Arial Rounded MT Bold" panose="020F0704030504030204" pitchFamily="34" charset="0"/>
              </a:rPr>
              <a:t> </a:t>
            </a:r>
            <a:r>
              <a:rPr sz="1450" spc="-75" dirty="0">
                <a:solidFill>
                  <a:srgbClr val="007BFF"/>
                </a:solidFill>
                <a:latin typeface="Arial Rounded MT Bold" panose="020F0704030504030204" pitchFamily="34" charset="0"/>
              </a:rPr>
              <a:t>P</a:t>
            </a:r>
            <a:r>
              <a:rPr sz="1500" spc="-75" dirty="0">
                <a:solidFill>
                  <a:srgbClr val="007BFF"/>
                </a:solidFill>
                <a:latin typeface="Arial Rounded MT Bold" panose="020F0704030504030204" pitchFamily="34" charset="0"/>
              </a:rPr>
              <a:t>e</a:t>
            </a:r>
            <a:r>
              <a:rPr sz="1350" spc="-75" dirty="0">
                <a:solidFill>
                  <a:srgbClr val="007BFF"/>
                </a:solidFill>
                <a:latin typeface="Arial Rounded MT Bold" panose="020F0704030504030204" pitchFamily="34" charset="0"/>
                <a:cs typeface="Franklin Gothic Heavy"/>
              </a:rPr>
              <a:t>r</a:t>
            </a:r>
            <a:r>
              <a:rPr sz="1500" spc="-75" dirty="0">
                <a:solidFill>
                  <a:srgbClr val="007BFF"/>
                </a:solidFill>
                <a:latin typeface="Arial Rounded MT Bold" panose="020F0704030504030204" pitchFamily="34" charset="0"/>
              </a:rPr>
              <a:t>j</a:t>
            </a:r>
            <a:r>
              <a:rPr sz="1450" spc="-75" dirty="0">
                <a:solidFill>
                  <a:srgbClr val="007BFF"/>
                </a:solidFill>
                <a:latin typeface="Arial Rounded MT Bold" panose="020F0704030504030204" pitchFamily="34" charset="0"/>
              </a:rPr>
              <a:t>a</a:t>
            </a:r>
            <a:r>
              <a:rPr sz="1500" spc="-75" dirty="0">
                <a:solidFill>
                  <a:srgbClr val="007BFF"/>
                </a:solidFill>
                <a:latin typeface="Arial Rounded MT Bold" panose="020F0704030504030204" pitchFamily="34" charset="0"/>
              </a:rPr>
              <a:t>l</a:t>
            </a:r>
            <a:r>
              <a:rPr sz="1450" spc="-75" dirty="0">
                <a:solidFill>
                  <a:srgbClr val="007BFF"/>
                </a:solidFill>
                <a:latin typeface="Arial Rounded MT Bold" panose="020F0704030504030204" pitchFamily="34" charset="0"/>
              </a:rPr>
              <a:t>a</a:t>
            </a:r>
            <a:r>
              <a:rPr sz="1500" spc="-75" dirty="0">
                <a:solidFill>
                  <a:srgbClr val="007BFF"/>
                </a:solidFill>
                <a:latin typeface="Arial Rounded MT Bold" panose="020F0704030504030204" pitchFamily="34" charset="0"/>
              </a:rPr>
              <a:t>n</a:t>
            </a:r>
            <a:r>
              <a:rPr sz="1450" spc="-75" dirty="0">
                <a:solidFill>
                  <a:srgbClr val="007BFF"/>
                </a:solidFill>
                <a:latin typeface="Arial Rounded MT Bold" panose="020F0704030504030204" pitchFamily="34" charset="0"/>
              </a:rPr>
              <a:t>a</a:t>
            </a:r>
            <a:r>
              <a:rPr sz="1500" spc="-75" dirty="0">
                <a:solidFill>
                  <a:srgbClr val="007BFF"/>
                </a:solidFill>
                <a:latin typeface="Arial Rounded MT Bold" panose="020F0704030504030204" pitchFamily="34" charset="0"/>
              </a:rPr>
              <a:t>n </a:t>
            </a:r>
            <a:r>
              <a:rPr sz="1450" spc="-20" dirty="0">
                <a:solidFill>
                  <a:srgbClr val="007BFF"/>
                </a:solidFill>
                <a:latin typeface="Arial Rounded MT Bold" panose="020F0704030504030204" pitchFamily="34" charset="0"/>
              </a:rPr>
              <a:t>S</a:t>
            </a:r>
            <a:r>
              <a:rPr sz="1500" spc="-20" dirty="0">
                <a:solidFill>
                  <a:srgbClr val="007BFF"/>
                </a:solidFill>
                <a:latin typeface="Arial Rounded MT Bold" panose="020F0704030504030204" pitchFamily="34" charset="0"/>
              </a:rPr>
              <a:t>e</a:t>
            </a:r>
            <a:r>
              <a:rPr sz="1350" spc="-20" dirty="0">
                <a:solidFill>
                  <a:srgbClr val="007BFF"/>
                </a:solidFill>
                <a:latin typeface="Arial Rounded MT Bold" panose="020F0704030504030204" pitchFamily="34" charset="0"/>
                <a:cs typeface="Franklin Gothic Heavy"/>
              </a:rPr>
              <a:t>s</a:t>
            </a:r>
            <a:r>
              <a:rPr sz="1500" spc="-20" dirty="0">
                <a:solidFill>
                  <a:srgbClr val="007BFF"/>
                </a:solidFill>
                <a:latin typeface="Arial Rounded MT Bold" panose="020F0704030504030204" pitchFamily="34" charset="0"/>
              </a:rPr>
              <a:t>i</a:t>
            </a:r>
            <a:endParaRPr sz="1500" dirty="0">
              <a:latin typeface="Arial Rounded MT Bold" panose="020F0704030504030204" pitchFamily="34" charset="0"/>
              <a:cs typeface="Franklin Gothic Heavy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114800" y="4800308"/>
            <a:ext cx="7787512" cy="1485900"/>
            <a:chOff x="5905500" y="4686300"/>
            <a:chExt cx="5715000" cy="1485900"/>
          </a:xfrm>
        </p:grpSpPr>
        <p:sp>
          <p:nvSpPr>
            <p:cNvPr id="5" name="object 5"/>
            <p:cNvSpPr/>
            <p:nvPr/>
          </p:nvSpPr>
          <p:spPr>
            <a:xfrm>
              <a:off x="10287000" y="5334000"/>
              <a:ext cx="571500" cy="762000"/>
            </a:xfrm>
            <a:custGeom>
              <a:avLst/>
              <a:gdLst/>
              <a:ahLst/>
              <a:cxnLst/>
              <a:rect l="l" t="t" r="r" b="b"/>
              <a:pathLst>
                <a:path w="571500" h="762000">
                  <a:moveTo>
                    <a:pt x="0" y="762000"/>
                  </a:moveTo>
                  <a:lnTo>
                    <a:pt x="571500" y="0"/>
                  </a:lnTo>
                </a:path>
              </a:pathLst>
            </a:custGeom>
            <a:solidFill>
              <a:srgbClr val="000000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0287000" y="5334000"/>
              <a:ext cx="571500" cy="762000"/>
            </a:xfrm>
            <a:custGeom>
              <a:avLst/>
              <a:gdLst/>
              <a:ahLst/>
              <a:cxnLst/>
              <a:rect l="l" t="t" r="r" b="b"/>
              <a:pathLst>
                <a:path w="571500" h="762000">
                  <a:moveTo>
                    <a:pt x="0" y="762000"/>
                  </a:moveTo>
                  <a:lnTo>
                    <a:pt x="571500" y="0"/>
                  </a:lnTo>
                </a:path>
              </a:pathLst>
            </a:custGeom>
            <a:ln w="38100">
              <a:solidFill>
                <a:srgbClr val="007B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0858500" y="5334000"/>
              <a:ext cx="571500" cy="381000"/>
            </a:xfrm>
            <a:custGeom>
              <a:avLst/>
              <a:gdLst/>
              <a:ahLst/>
              <a:cxnLst/>
              <a:rect l="l" t="t" r="r" b="b"/>
              <a:pathLst>
                <a:path w="571500" h="381000">
                  <a:moveTo>
                    <a:pt x="571500" y="381000"/>
                  </a:moveTo>
                  <a:lnTo>
                    <a:pt x="0" y="0"/>
                  </a:lnTo>
                </a:path>
              </a:pathLst>
            </a:custGeom>
            <a:solidFill>
              <a:srgbClr val="000000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858500" y="5334000"/>
              <a:ext cx="571500" cy="381000"/>
            </a:xfrm>
            <a:custGeom>
              <a:avLst/>
              <a:gdLst/>
              <a:ahLst/>
              <a:cxnLst/>
              <a:rect l="l" t="t" r="r" b="b"/>
              <a:pathLst>
                <a:path w="571500" h="381000">
                  <a:moveTo>
                    <a:pt x="0" y="0"/>
                  </a:moveTo>
                  <a:lnTo>
                    <a:pt x="571500" y="381000"/>
                  </a:lnTo>
                </a:path>
              </a:pathLst>
            </a:custGeom>
            <a:ln w="38100">
              <a:solidFill>
                <a:srgbClr val="007B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668000" y="4762500"/>
              <a:ext cx="190500" cy="571500"/>
            </a:xfrm>
            <a:custGeom>
              <a:avLst/>
              <a:gdLst/>
              <a:ahLst/>
              <a:cxnLst/>
              <a:rect l="l" t="t" r="r" b="b"/>
              <a:pathLst>
                <a:path w="190500" h="571500">
                  <a:moveTo>
                    <a:pt x="190500" y="571500"/>
                  </a:moveTo>
                  <a:lnTo>
                    <a:pt x="0" y="0"/>
                  </a:lnTo>
                </a:path>
              </a:pathLst>
            </a:custGeom>
            <a:solidFill>
              <a:srgbClr val="000000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0668000" y="4762500"/>
              <a:ext cx="190500" cy="571500"/>
            </a:xfrm>
            <a:custGeom>
              <a:avLst/>
              <a:gdLst/>
              <a:ahLst/>
              <a:cxnLst/>
              <a:rect l="l" t="t" r="r" b="b"/>
              <a:pathLst>
                <a:path w="190500" h="571500">
                  <a:moveTo>
                    <a:pt x="190500" y="57150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7B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10800" y="6019800"/>
              <a:ext cx="152400" cy="1524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82300" y="5257800"/>
              <a:ext cx="152400" cy="1524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53800" y="5638800"/>
              <a:ext cx="152400" cy="1524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91800" y="4686300"/>
              <a:ext cx="152400" cy="1524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905500" y="4810109"/>
              <a:ext cx="5715000" cy="9525"/>
            </a:xfrm>
            <a:custGeom>
              <a:avLst/>
              <a:gdLst/>
              <a:ahLst/>
              <a:cxnLst/>
              <a:rect l="l" t="t" r="r" b="b"/>
              <a:pathLst>
                <a:path w="5715000" h="9525">
                  <a:moveTo>
                    <a:pt x="5715000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5715000" y="0"/>
                  </a:lnTo>
                  <a:lnTo>
                    <a:pt x="5715000" y="9525"/>
                  </a:lnTo>
                  <a:close/>
                </a:path>
              </a:pathLst>
            </a:custGeom>
            <a:solidFill>
              <a:srgbClr val="E8ECEF"/>
            </a:solidFill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131692" y="1944489"/>
            <a:ext cx="584927" cy="4775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950" spc="-315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01</a:t>
            </a:r>
            <a:endParaRPr sz="2950">
              <a:latin typeface="Arial Rounded MT Bold" panose="020F0704030504030204" pitchFamily="34" charset="0"/>
              <a:cs typeface="Lucida San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905500" y="2571750"/>
            <a:ext cx="7787512" cy="9525"/>
          </a:xfrm>
          <a:custGeom>
            <a:avLst/>
            <a:gdLst/>
            <a:ahLst/>
            <a:cxnLst/>
            <a:rect l="l" t="t" r="r" b="b"/>
            <a:pathLst>
              <a:path w="5715000" h="9525">
                <a:moveTo>
                  <a:pt x="5715000" y="9525"/>
                </a:moveTo>
                <a:lnTo>
                  <a:pt x="0" y="9525"/>
                </a:lnTo>
                <a:lnTo>
                  <a:pt x="0" y="0"/>
                </a:lnTo>
                <a:lnTo>
                  <a:pt x="5715000" y="0"/>
                </a:lnTo>
                <a:lnTo>
                  <a:pt x="5715000" y="9525"/>
                </a:lnTo>
                <a:close/>
              </a:path>
            </a:pathLst>
          </a:custGeom>
          <a:solidFill>
            <a:srgbClr val="E8ECEF"/>
          </a:solidFill>
        </p:spPr>
        <p:txBody>
          <a:bodyPr wrap="square" lIns="0" tIns="0" rIns="0" bIns="0" rtlCol="0"/>
          <a:lstStyle/>
          <a:p>
            <a:endParaRPr>
              <a:latin typeface="Arial Rounded MT Bold" panose="020F0704030504030204" pitchFamily="34" charset="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893692" y="1989873"/>
            <a:ext cx="5806023" cy="3552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spc="-55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Emp</a:t>
            </a:r>
            <a:r>
              <a:rPr sz="2200" spc="-55" dirty="0">
                <a:solidFill>
                  <a:srgbClr val="003366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2200" spc="-55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2200" spc="-16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2200" spc="-40" dirty="0">
                <a:solidFill>
                  <a:srgbClr val="003366"/>
                </a:solidFill>
                <a:latin typeface="Arial Rounded MT Bold" panose="020F0704030504030204" pitchFamily="34" charset="0"/>
                <a:cs typeface="Trebuchet MS"/>
              </a:rPr>
              <a:t>J</a:t>
            </a:r>
            <a:r>
              <a:rPr sz="2200" spc="-4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enis</a:t>
            </a:r>
            <a:r>
              <a:rPr sz="2200" spc="-155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2200" spc="-50" dirty="0">
                <a:solidFill>
                  <a:srgbClr val="003366"/>
                </a:solidFill>
                <a:latin typeface="Arial Rounded MT Bold" panose="020F0704030504030204" pitchFamily="34" charset="0"/>
                <a:cs typeface="Trebuchet MS"/>
              </a:rPr>
              <a:t>U</a:t>
            </a:r>
            <a:r>
              <a:rPr sz="2200" spc="-5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2200" spc="-50" dirty="0">
                <a:solidFill>
                  <a:srgbClr val="003366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2200" spc="-5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m</a:t>
            </a:r>
            <a:r>
              <a:rPr sz="2200" spc="-50" dirty="0">
                <a:solidFill>
                  <a:srgbClr val="003366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2200" spc="-175" dirty="0">
                <a:solidFill>
                  <a:srgbClr val="003366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2200" spc="-85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An</a:t>
            </a:r>
            <a:r>
              <a:rPr sz="2200" spc="-85" dirty="0">
                <a:solidFill>
                  <a:srgbClr val="003366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2200" spc="-85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litik</a:t>
            </a:r>
            <a:r>
              <a:rPr sz="2200" spc="-225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2200" spc="-2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D</a:t>
            </a:r>
            <a:r>
              <a:rPr sz="2200" spc="-20" dirty="0">
                <a:solidFill>
                  <a:srgbClr val="003366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2200" spc="-2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2200" spc="-20" dirty="0">
                <a:solidFill>
                  <a:srgbClr val="003366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endParaRPr sz="2200" dirty="0">
              <a:latin typeface="Arial Rounded MT Bold" panose="020F0704030504030204" pitchFamily="34" charset="0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131692" y="3058929"/>
            <a:ext cx="650690" cy="4775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950" spc="-65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02</a:t>
            </a:r>
            <a:endParaRPr sz="2950">
              <a:latin typeface="Arial Rounded MT Bold" panose="020F0704030504030204" pitchFamily="34" charset="0"/>
              <a:cs typeface="Lucida San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905500" y="3695715"/>
            <a:ext cx="7787512" cy="9525"/>
          </a:xfrm>
          <a:custGeom>
            <a:avLst/>
            <a:gdLst/>
            <a:ahLst/>
            <a:cxnLst/>
            <a:rect l="l" t="t" r="r" b="b"/>
            <a:pathLst>
              <a:path w="5715000" h="9525">
                <a:moveTo>
                  <a:pt x="5715000" y="9525"/>
                </a:moveTo>
                <a:lnTo>
                  <a:pt x="0" y="9525"/>
                </a:lnTo>
                <a:lnTo>
                  <a:pt x="0" y="0"/>
                </a:lnTo>
                <a:lnTo>
                  <a:pt x="5715000" y="0"/>
                </a:lnTo>
                <a:lnTo>
                  <a:pt x="5715000" y="9525"/>
                </a:lnTo>
                <a:close/>
              </a:path>
            </a:pathLst>
          </a:custGeom>
          <a:solidFill>
            <a:srgbClr val="E8ECEF"/>
          </a:solidFill>
        </p:spPr>
        <p:txBody>
          <a:bodyPr wrap="square" lIns="0" tIns="0" rIns="0" bIns="0" rtlCol="0"/>
          <a:lstStyle/>
          <a:p>
            <a:endParaRPr>
              <a:latin typeface="Arial Rounded MT Bold" panose="020F0704030504030204" pitchFamily="34" charset="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893693" y="3104313"/>
            <a:ext cx="7641280" cy="3552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spc="-20" dirty="0">
                <a:solidFill>
                  <a:srgbClr val="003366"/>
                </a:solidFill>
                <a:latin typeface="Arial Rounded MT Bold" panose="020F0704030504030204" pitchFamily="34" charset="0"/>
                <a:cs typeface="Trebuchet MS"/>
              </a:rPr>
              <a:t>S</a:t>
            </a:r>
            <a:r>
              <a:rPr sz="2200" spc="-2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iklus</a:t>
            </a:r>
            <a:r>
              <a:rPr sz="2200" spc="-15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2200" spc="-95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Hidup</a:t>
            </a:r>
            <a:r>
              <a:rPr sz="2200" spc="-15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2200" spc="-5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An</a:t>
            </a:r>
            <a:r>
              <a:rPr sz="2200" spc="-50" dirty="0">
                <a:solidFill>
                  <a:srgbClr val="003366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2200" spc="-5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lisis</a:t>
            </a:r>
            <a:r>
              <a:rPr sz="2200" spc="-145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2200" spc="-4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D</a:t>
            </a:r>
            <a:r>
              <a:rPr sz="2200" spc="-40" dirty="0">
                <a:solidFill>
                  <a:srgbClr val="003366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2200" spc="-4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2200" spc="-40" dirty="0">
                <a:solidFill>
                  <a:srgbClr val="003366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2200" spc="-165" dirty="0">
                <a:solidFill>
                  <a:srgbClr val="003366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2200" spc="-6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(En</a:t>
            </a:r>
            <a:r>
              <a:rPr sz="2200" spc="-60" dirty="0">
                <a:solidFill>
                  <a:srgbClr val="003366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2200" spc="-6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m</a:t>
            </a:r>
            <a:r>
              <a:rPr sz="2200" spc="-215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2200" spc="-35" dirty="0">
                <a:solidFill>
                  <a:srgbClr val="003366"/>
                </a:solidFill>
                <a:latin typeface="Arial Rounded MT Bold" panose="020F0704030504030204" pitchFamily="34" charset="0"/>
                <a:cs typeface="Trebuchet MS"/>
              </a:rPr>
              <a:t>La</a:t>
            </a:r>
            <a:r>
              <a:rPr sz="2200" spc="-35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ngk</a:t>
            </a:r>
            <a:r>
              <a:rPr sz="2200" spc="-35" dirty="0">
                <a:solidFill>
                  <a:srgbClr val="003366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2200" spc="-35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h)</a:t>
            </a:r>
            <a:endParaRPr sz="2200" dirty="0">
              <a:latin typeface="Arial Rounded MT Bold" panose="020F0704030504030204" pitchFamily="34" charset="0"/>
              <a:cs typeface="Lucida San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131692" y="4182849"/>
            <a:ext cx="664534" cy="4775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950" spc="-25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03</a:t>
            </a:r>
            <a:endParaRPr sz="2950">
              <a:latin typeface="Arial Rounded MT Bold" panose="020F0704030504030204" pitchFamily="34" charset="0"/>
              <a:cs typeface="Lucida San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893692" y="4228233"/>
            <a:ext cx="6823591" cy="3552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spc="-60" dirty="0">
                <a:solidFill>
                  <a:srgbClr val="003366"/>
                </a:solidFill>
                <a:latin typeface="Arial Rounded MT Bold" panose="020F0704030504030204" pitchFamily="34" charset="0"/>
                <a:cs typeface="Trebuchet MS"/>
              </a:rPr>
              <a:t>P</a:t>
            </a:r>
            <a:r>
              <a:rPr sz="2200" spc="-6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ener</a:t>
            </a:r>
            <a:r>
              <a:rPr sz="2200" spc="-60" dirty="0">
                <a:solidFill>
                  <a:srgbClr val="003366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2200" spc="-6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p</a:t>
            </a:r>
            <a:r>
              <a:rPr sz="2200" spc="-60" dirty="0">
                <a:solidFill>
                  <a:srgbClr val="003366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2200" spc="-6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n</a:t>
            </a:r>
            <a:r>
              <a:rPr sz="2200" spc="-215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2200" spc="-85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An</a:t>
            </a:r>
            <a:r>
              <a:rPr sz="2200" spc="-85" dirty="0">
                <a:solidFill>
                  <a:srgbClr val="003366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2200" spc="-85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litik</a:t>
            </a:r>
            <a:r>
              <a:rPr sz="2200" spc="-21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2200" spc="-114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d</a:t>
            </a:r>
            <a:r>
              <a:rPr sz="2200" spc="-114" dirty="0">
                <a:solidFill>
                  <a:srgbClr val="003366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2200" spc="-114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l</a:t>
            </a:r>
            <a:r>
              <a:rPr sz="2200" spc="-114" dirty="0">
                <a:solidFill>
                  <a:srgbClr val="003366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2200" spc="-114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m</a:t>
            </a:r>
            <a:r>
              <a:rPr sz="2200" spc="-215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2200" spc="-10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Duni</a:t>
            </a:r>
            <a:r>
              <a:rPr sz="2200" spc="-100" dirty="0">
                <a:solidFill>
                  <a:srgbClr val="003366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2200" spc="-160" dirty="0">
                <a:solidFill>
                  <a:srgbClr val="003366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2200" spc="-1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Bisnis</a:t>
            </a:r>
            <a:endParaRPr sz="2200" dirty="0">
              <a:latin typeface="Arial Rounded MT Bold" panose="020F0704030504030204" pitchFamily="34" charset="0"/>
              <a:cs typeface="Lucida Sans"/>
            </a:endParaRPr>
          </a:p>
        </p:txBody>
      </p:sp>
      <p:sp>
        <p:nvSpPr>
          <p:cNvPr id="25" name="object 26">
            <a:extLst>
              <a:ext uri="{FF2B5EF4-FFF2-40B4-BE49-F238E27FC236}">
                <a16:creationId xmlns:a16="http://schemas.microsoft.com/office/drawing/2014/main" id="{89FFCC66-F820-4B97-9F82-D569A54D0ECF}"/>
              </a:ext>
            </a:extLst>
          </p:cNvPr>
          <p:cNvSpPr txBox="1"/>
          <p:nvPr/>
        </p:nvSpPr>
        <p:spPr>
          <a:xfrm>
            <a:off x="558800" y="6287372"/>
            <a:ext cx="4013200" cy="19171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spc="-3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©</a:t>
            </a:r>
            <a:r>
              <a:rPr sz="1150" spc="-6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150" spc="-85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2026</a:t>
            </a:r>
            <a:r>
              <a:rPr sz="1150" spc="-6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1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P</a:t>
            </a:r>
            <a:r>
              <a:rPr sz="11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eng</a:t>
            </a:r>
            <a:r>
              <a:rPr sz="11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1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0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1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0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r</a:t>
            </a:r>
            <a:r>
              <a:rPr sz="1050" spc="-3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li</a:t>
            </a:r>
            <a:r>
              <a:rPr sz="10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ik</a:t>
            </a:r>
            <a:r>
              <a:rPr sz="1150" spc="-45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150" spc="-5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Da</a:t>
            </a:r>
            <a:r>
              <a:rPr sz="1050" spc="-5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150" spc="-5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15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|</a:t>
            </a:r>
            <a:r>
              <a:rPr lang="en-US" sz="1150" spc="-6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 Cisco Networking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5200" y="0"/>
            <a:ext cx="4876799" cy="6857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571500" y="571500"/>
            <a:ext cx="47625" cy="666750"/>
          </a:xfrm>
          <a:custGeom>
            <a:avLst/>
            <a:gdLst/>
            <a:ahLst/>
            <a:cxnLst/>
            <a:rect l="l" t="t" r="r" b="b"/>
            <a:pathLst>
              <a:path w="47625" h="666750">
                <a:moveTo>
                  <a:pt x="47625" y="666750"/>
                </a:moveTo>
                <a:lnTo>
                  <a:pt x="0" y="666750"/>
                </a:lnTo>
                <a:lnTo>
                  <a:pt x="0" y="0"/>
                </a:lnTo>
                <a:lnTo>
                  <a:pt x="47625" y="0"/>
                </a:lnTo>
                <a:lnTo>
                  <a:pt x="47625" y="666750"/>
                </a:lnTo>
                <a:close/>
              </a:path>
            </a:pathLst>
          </a:custGeom>
          <a:solidFill>
            <a:srgbClr val="007BFF"/>
          </a:solidFill>
        </p:spPr>
        <p:txBody>
          <a:bodyPr wrap="square" lIns="0" tIns="0" rIns="0" bIns="0" rtlCol="0"/>
          <a:lstStyle/>
          <a:p>
            <a:endParaRPr>
              <a:latin typeface="Arial Rounded MT Bold" panose="020F0704030504030204" pitchFamily="34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96925" y="458013"/>
            <a:ext cx="5695950" cy="790601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3000" spc="-30" dirty="0">
                <a:latin typeface="Arial Rounded MT Bold" panose="020F0704030504030204" pitchFamily="34" charset="0"/>
              </a:rPr>
              <a:t>EMPAT</a:t>
            </a:r>
            <a:r>
              <a:rPr sz="3000" spc="-180" dirty="0">
                <a:latin typeface="Arial Rounded MT Bold" panose="020F0704030504030204" pitchFamily="34" charset="0"/>
              </a:rPr>
              <a:t> </a:t>
            </a:r>
            <a:r>
              <a:rPr sz="3000" spc="50" dirty="0">
                <a:latin typeface="Arial Rounded MT Bold" panose="020F0704030504030204" pitchFamily="34" charset="0"/>
              </a:rPr>
              <a:t>TIPE</a:t>
            </a:r>
            <a:r>
              <a:rPr sz="3000" spc="-180" dirty="0">
                <a:latin typeface="Arial Rounded MT Bold" panose="020F0704030504030204" pitchFamily="34" charset="0"/>
              </a:rPr>
              <a:t> </a:t>
            </a:r>
            <a:r>
              <a:rPr sz="3000" spc="-10" dirty="0">
                <a:latin typeface="Arial Rounded MT Bold" panose="020F0704030504030204" pitchFamily="34" charset="0"/>
              </a:rPr>
              <a:t>ANALITIK</a:t>
            </a:r>
            <a:r>
              <a:rPr sz="3000" spc="-175" dirty="0">
                <a:latin typeface="Arial Rounded MT Bold" panose="020F0704030504030204" pitchFamily="34" charset="0"/>
              </a:rPr>
              <a:t> </a:t>
            </a:r>
            <a:r>
              <a:rPr sz="3000" spc="-135" dirty="0">
                <a:latin typeface="Arial Rounded MT Bold" panose="020F0704030504030204" pitchFamily="34" charset="0"/>
              </a:rPr>
              <a:t>DATA</a:t>
            </a:r>
            <a:endParaRPr sz="3000" dirty="0">
              <a:latin typeface="Arial Rounded MT Bold" panose="020F0704030504030204" pitchFamily="34" charset="0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500" spc="-75" dirty="0">
                <a:solidFill>
                  <a:srgbClr val="6B747D"/>
                </a:solidFill>
                <a:latin typeface="Arial Rounded MT Bold" panose="020F0704030504030204" pitchFamily="34" charset="0"/>
                <a:cs typeface="Arial"/>
              </a:rPr>
              <a:t>D</a:t>
            </a:r>
            <a:r>
              <a:rPr sz="1500" spc="-7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ari</a:t>
            </a:r>
            <a:r>
              <a:rPr sz="1500" spc="-8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 </a:t>
            </a:r>
            <a:r>
              <a:rPr sz="1500" spc="-10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Pemahaman</a:t>
            </a:r>
            <a:r>
              <a:rPr sz="1500" spc="-7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 </a:t>
            </a:r>
            <a:r>
              <a:rPr sz="1500" spc="-4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Masa</a:t>
            </a:r>
            <a:r>
              <a:rPr sz="1500" spc="-6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 </a:t>
            </a:r>
            <a:r>
              <a:rPr sz="1500" spc="-6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Lalu</a:t>
            </a:r>
            <a:r>
              <a:rPr sz="1500" spc="-3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 </a:t>
            </a:r>
            <a:r>
              <a:rPr sz="1500" spc="-8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Menuju</a:t>
            </a:r>
            <a:r>
              <a:rPr sz="1500" spc="-3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 </a:t>
            </a:r>
            <a:r>
              <a:rPr sz="1500" spc="-8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Optimasi</a:t>
            </a:r>
            <a:r>
              <a:rPr sz="1500" spc="-7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 </a:t>
            </a:r>
            <a:r>
              <a:rPr sz="1500" spc="-4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Masa</a:t>
            </a:r>
            <a:r>
              <a:rPr sz="1500" spc="-6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 </a:t>
            </a:r>
            <a:r>
              <a:rPr sz="15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Arial"/>
              </a:rPr>
              <a:t>D</a:t>
            </a:r>
            <a:r>
              <a:rPr sz="1500" spc="-1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epan</a:t>
            </a:r>
            <a:endParaRPr sz="1500" dirty="0">
              <a:latin typeface="Arial Rounded MT Bold" panose="020F0704030504030204" pitchFamily="34" charset="0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112" y="1361894"/>
            <a:ext cx="11923775" cy="523951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69611" y="1416050"/>
            <a:ext cx="362279" cy="211328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350"/>
              </a:lnSpc>
            </a:pPr>
            <a:r>
              <a:rPr sz="115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KESULITAN</a:t>
            </a:r>
            <a:r>
              <a:rPr sz="115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150" spc="-85" dirty="0">
                <a:solidFill>
                  <a:srgbClr val="6B747D"/>
                </a:solidFill>
                <a:latin typeface="Arial Rounded MT Bold" panose="020F0704030504030204" pitchFamily="34" charset="0"/>
                <a:cs typeface="Arial"/>
              </a:rPr>
              <a:t>&amp;</a:t>
            </a:r>
            <a:r>
              <a:rPr sz="1150" spc="5" dirty="0">
                <a:solidFill>
                  <a:srgbClr val="6B747D"/>
                </a:solidFill>
                <a:latin typeface="Arial Rounded MT Bold" panose="020F0704030504030204" pitchFamily="34" charset="0"/>
                <a:cs typeface="Arial"/>
              </a:rPr>
              <a:t> </a:t>
            </a:r>
            <a:r>
              <a:rPr sz="115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KOMPLEKSITAS</a:t>
            </a:r>
            <a:r>
              <a:rPr sz="115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250" spc="2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 Unicode"/>
              </a:rPr>
              <a:t>▲</a:t>
            </a:r>
            <a:endParaRPr sz="1250">
              <a:latin typeface="Arial Rounded MT Bold" panose="020F0704030504030204" pitchFamily="34" charset="0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767665" y="6017923"/>
            <a:ext cx="1865630" cy="3840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15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NILAI</a:t>
            </a:r>
            <a:r>
              <a:rPr sz="1150" spc="-6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150" spc="-85" dirty="0">
                <a:solidFill>
                  <a:srgbClr val="6B747D"/>
                </a:solidFill>
                <a:latin typeface="Arial Rounded MT Bold" panose="020F0704030504030204" pitchFamily="34" charset="0"/>
                <a:cs typeface="Arial"/>
              </a:rPr>
              <a:t>&amp;</a:t>
            </a:r>
            <a:r>
              <a:rPr sz="1150" spc="-15" dirty="0">
                <a:solidFill>
                  <a:srgbClr val="6B747D"/>
                </a:solidFill>
                <a:latin typeface="Arial Rounded MT Bold" panose="020F0704030504030204" pitchFamily="34" charset="0"/>
                <a:cs typeface="Arial"/>
              </a:rPr>
              <a:t> </a:t>
            </a:r>
            <a:r>
              <a:rPr sz="115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WAWASAN</a:t>
            </a:r>
            <a:r>
              <a:rPr sz="115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15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BISNIS</a:t>
            </a:r>
            <a:r>
              <a:rPr sz="115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25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 Unicode"/>
              </a:rPr>
              <a:t>▶</a:t>
            </a:r>
            <a:endParaRPr sz="1250">
              <a:latin typeface="Arial Rounded MT Bold" panose="020F0704030504030204" pitchFamily="34" charset="0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17267" y="1847586"/>
            <a:ext cx="577215" cy="628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50" spc="-365" dirty="0">
                <a:solidFill>
                  <a:srgbClr val="E8ECEF"/>
                </a:solidFill>
                <a:latin typeface="Arial Rounded MT Bold" panose="020F0704030504030204" pitchFamily="34" charset="0"/>
                <a:cs typeface="Lucida Sans"/>
              </a:rPr>
              <a:t>01</a:t>
            </a:r>
            <a:endParaRPr sz="3950" dirty="0">
              <a:latin typeface="Arial Rounded MT Bold" panose="020F0704030504030204" pitchFamily="34" charset="0"/>
              <a:cs typeface="Lucida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696543" y="1847586"/>
            <a:ext cx="641985" cy="628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50" spc="-55" dirty="0">
                <a:solidFill>
                  <a:srgbClr val="E8ECEF"/>
                </a:solidFill>
                <a:latin typeface="Arial Rounded MT Bold" panose="020F0704030504030204" pitchFamily="34" charset="0"/>
                <a:cs typeface="Lucida Sans"/>
              </a:rPr>
              <a:t>02</a:t>
            </a:r>
            <a:endParaRPr sz="3950">
              <a:latin typeface="Arial Rounded MT Bold" panose="020F0704030504030204" pitchFamily="34" charset="0"/>
              <a:cs typeface="Lucida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39725" y="4047861"/>
            <a:ext cx="654685" cy="628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50" spc="-25" dirty="0">
                <a:solidFill>
                  <a:srgbClr val="E8ECEF"/>
                </a:solidFill>
                <a:latin typeface="Arial Rounded MT Bold" panose="020F0704030504030204" pitchFamily="34" charset="0"/>
                <a:cs typeface="Lucida Sans"/>
              </a:rPr>
              <a:t>03</a:t>
            </a:r>
            <a:endParaRPr sz="3950">
              <a:latin typeface="Arial Rounded MT Bold" panose="020F0704030504030204" pitchFamily="34" charset="0"/>
              <a:cs typeface="Lucida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672826" y="4047861"/>
            <a:ext cx="665480" cy="628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50" spc="-25" dirty="0">
                <a:solidFill>
                  <a:srgbClr val="E8ECEF"/>
                </a:solidFill>
                <a:latin typeface="Arial Rounded MT Bold" panose="020F0704030504030204" pitchFamily="34" charset="0"/>
                <a:cs typeface="Lucida Sans"/>
              </a:rPr>
              <a:t>04</a:t>
            </a:r>
            <a:endParaRPr sz="3950">
              <a:latin typeface="Arial Rounded MT Bold" panose="020F0704030504030204" pitchFamily="34" charset="0"/>
              <a:cs typeface="Lucida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49324" y="1835996"/>
            <a:ext cx="2479675" cy="769441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2000" spc="-5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Analisis</a:t>
            </a:r>
            <a:r>
              <a:rPr sz="2000" spc="-17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2000" spc="-55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Deskriptif</a:t>
            </a:r>
            <a:endParaRPr sz="2000" dirty="0">
              <a:latin typeface="Arial Rounded MT Bold" panose="020F0704030504030204" pitchFamily="34" charset="0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1500" spc="-45" dirty="0">
                <a:solidFill>
                  <a:srgbClr val="007BFF"/>
                </a:solidFill>
                <a:latin typeface="Arial Rounded MT Bold" panose="020F0704030504030204" pitchFamily="34" charset="0"/>
                <a:cs typeface="Eras Bold ITC"/>
              </a:rPr>
              <a:t>"</a:t>
            </a:r>
            <a:r>
              <a:rPr sz="1500" spc="-45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500" spc="-45" dirty="0">
                <a:solidFill>
                  <a:srgbClr val="007BFF"/>
                </a:solidFill>
                <a:latin typeface="Arial Rounded MT Bold" panose="020F0704030504030204" pitchFamily="34" charset="0"/>
                <a:cs typeface="Trebuchet MS"/>
              </a:rPr>
              <a:t>p</a:t>
            </a:r>
            <a:r>
              <a:rPr sz="1500" spc="-45" dirty="0">
                <a:solidFill>
                  <a:srgbClr val="007BFF"/>
                </a:solidFill>
                <a:latin typeface="Arial Rounded MT Bold" panose="020F0704030504030204" pitchFamily="34" charset="0"/>
                <a:cs typeface="Eras Demi ITC"/>
              </a:rPr>
              <a:t>a</a:t>
            </a:r>
            <a:r>
              <a:rPr sz="1500" spc="10" dirty="0">
                <a:solidFill>
                  <a:srgbClr val="007BFF"/>
                </a:solidFill>
                <a:latin typeface="Arial Rounded MT Bold" panose="020F0704030504030204" pitchFamily="34" charset="0"/>
                <a:cs typeface="Eras Demi ITC"/>
              </a:rPr>
              <a:t> </a:t>
            </a:r>
            <a:r>
              <a:rPr sz="1500" spc="-60" dirty="0">
                <a:solidFill>
                  <a:srgbClr val="007BFF"/>
                </a:solidFill>
                <a:latin typeface="Arial Rounded MT Bold" panose="020F0704030504030204" pitchFamily="34" charset="0"/>
                <a:cs typeface="Trebuchet MS"/>
              </a:rPr>
              <a:t>y</a:t>
            </a:r>
            <a:r>
              <a:rPr sz="1500" spc="-60" dirty="0">
                <a:solidFill>
                  <a:srgbClr val="007BFF"/>
                </a:solidFill>
                <a:latin typeface="Arial Rounded MT Bold" panose="020F0704030504030204" pitchFamily="34" charset="0"/>
                <a:cs typeface="Eras Demi ITC"/>
              </a:rPr>
              <a:t>a</a:t>
            </a:r>
            <a:r>
              <a:rPr sz="1500" spc="-60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ng</a:t>
            </a:r>
            <a:r>
              <a:rPr sz="1500" spc="-110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500" spc="-80" dirty="0">
                <a:solidFill>
                  <a:srgbClr val="007BFF"/>
                </a:solidFill>
                <a:latin typeface="Arial Rounded MT Bold" panose="020F0704030504030204" pitchFamily="34" charset="0"/>
                <a:cs typeface="Trebuchet MS"/>
              </a:rPr>
              <a:t>t</a:t>
            </a:r>
            <a:r>
              <a:rPr sz="1500" spc="-80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el</a:t>
            </a:r>
            <a:r>
              <a:rPr sz="1500" spc="-80" dirty="0">
                <a:solidFill>
                  <a:srgbClr val="007BFF"/>
                </a:solidFill>
                <a:latin typeface="Arial Rounded MT Bold" panose="020F0704030504030204" pitchFamily="34" charset="0"/>
                <a:cs typeface="Eras Demi ITC"/>
              </a:rPr>
              <a:t>a</a:t>
            </a:r>
            <a:r>
              <a:rPr sz="1500" spc="-80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h</a:t>
            </a:r>
            <a:r>
              <a:rPr sz="1500" spc="-105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500" spc="-20" dirty="0">
                <a:solidFill>
                  <a:srgbClr val="007BFF"/>
                </a:solidFill>
                <a:latin typeface="Arial Rounded MT Bold" panose="020F0704030504030204" pitchFamily="34" charset="0"/>
                <a:cs typeface="Trebuchet MS"/>
              </a:rPr>
              <a:t>t</a:t>
            </a:r>
            <a:r>
              <a:rPr sz="1500" spc="-20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e</a:t>
            </a:r>
            <a:r>
              <a:rPr sz="1500" spc="-20" dirty="0">
                <a:solidFill>
                  <a:srgbClr val="007BFF"/>
                </a:solidFill>
                <a:latin typeface="Arial Rounded MT Bold" panose="020F0704030504030204" pitchFamily="34" charset="0"/>
                <a:cs typeface="Trebuchet MS"/>
              </a:rPr>
              <a:t>r</a:t>
            </a:r>
            <a:r>
              <a:rPr sz="1500" spc="-20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j</a:t>
            </a:r>
            <a:r>
              <a:rPr sz="1500" spc="-20" dirty="0">
                <a:solidFill>
                  <a:srgbClr val="007BFF"/>
                </a:solidFill>
                <a:latin typeface="Arial Rounded MT Bold" panose="020F0704030504030204" pitchFamily="34" charset="0"/>
                <a:cs typeface="Eras Demi ITC"/>
              </a:rPr>
              <a:t>a</a:t>
            </a:r>
            <a:r>
              <a:rPr sz="1500" spc="-20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di</a:t>
            </a:r>
            <a:r>
              <a:rPr sz="1500" spc="-20" dirty="0">
                <a:solidFill>
                  <a:srgbClr val="007BFF"/>
                </a:solidFill>
                <a:latin typeface="Arial Rounded MT Bold" panose="020F0704030504030204" pitchFamily="34" charset="0"/>
                <a:cs typeface="Eras Bold ITC"/>
              </a:rPr>
              <a:t>?"</a:t>
            </a:r>
            <a:endParaRPr sz="1500" dirty="0">
              <a:latin typeface="Arial Rounded MT Bold" panose="020F0704030504030204" pitchFamily="34" charset="0"/>
              <a:cs typeface="Eras Bold IT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49325" y="2716783"/>
            <a:ext cx="4683760" cy="416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0"/>
              </a:spcBef>
            </a:pPr>
            <a:r>
              <a:rPr sz="1200" spc="-6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Meringkas</a:t>
            </a:r>
            <a:r>
              <a:rPr sz="12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2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data</a:t>
            </a:r>
            <a:r>
              <a:rPr sz="12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2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historis</a:t>
            </a:r>
            <a:r>
              <a:rPr sz="12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200" spc="-7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untuk</a:t>
            </a:r>
            <a:r>
              <a:rPr sz="12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200" spc="-1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memahami</a:t>
            </a:r>
            <a:r>
              <a:rPr sz="12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200" spc="-6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perubahan</a:t>
            </a:r>
            <a:r>
              <a:rPr sz="12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yang </a:t>
            </a:r>
            <a:r>
              <a:rPr sz="12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terjadi </a:t>
            </a:r>
            <a:r>
              <a:rPr sz="1200" spc="-9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dalam</a:t>
            </a:r>
            <a:r>
              <a:rPr sz="12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bisnis</a:t>
            </a:r>
            <a:r>
              <a:rPr sz="12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200" spc="-8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melalui</a:t>
            </a:r>
            <a:r>
              <a:rPr sz="12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2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laporan</a:t>
            </a:r>
            <a:r>
              <a:rPr sz="12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200" spc="-8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dan</a:t>
            </a:r>
            <a:r>
              <a:rPr sz="12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2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dashboard.</a:t>
            </a:r>
            <a:endParaRPr sz="1200" dirty="0">
              <a:latin typeface="Arial Rounded MT Bold" panose="020F0704030504030204" pitchFamily="34" charset="0"/>
              <a:cs typeface="Lucida San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92875" y="1835996"/>
            <a:ext cx="2651125" cy="769441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2000" spc="-5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Analisis</a:t>
            </a:r>
            <a:r>
              <a:rPr sz="2000" spc="-17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2000" spc="-75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Diagnostik</a:t>
            </a:r>
            <a:endParaRPr sz="2000" dirty="0">
              <a:latin typeface="Arial Rounded MT Bold" panose="020F0704030504030204" pitchFamily="34" charset="0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1500" spc="-50" dirty="0">
                <a:solidFill>
                  <a:srgbClr val="007BFF"/>
                </a:solidFill>
                <a:latin typeface="Arial Rounded MT Bold" panose="020F0704030504030204" pitchFamily="34" charset="0"/>
                <a:cs typeface="Eras Bold ITC"/>
              </a:rPr>
              <a:t>"</a:t>
            </a:r>
            <a:r>
              <a:rPr sz="1500" spc="-50" dirty="0">
                <a:solidFill>
                  <a:srgbClr val="007BFF"/>
                </a:solidFill>
                <a:latin typeface="Arial Rounded MT Bold" panose="020F0704030504030204" pitchFamily="34" charset="0"/>
                <a:cs typeface="Eras Demi ITC"/>
              </a:rPr>
              <a:t>M</a:t>
            </a:r>
            <a:r>
              <a:rPr sz="1500" spc="-50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eng</a:t>
            </a:r>
            <a:r>
              <a:rPr sz="1500" spc="-50" dirty="0">
                <a:solidFill>
                  <a:srgbClr val="007BFF"/>
                </a:solidFill>
                <a:latin typeface="Arial Rounded MT Bold" panose="020F0704030504030204" pitchFamily="34" charset="0"/>
                <a:cs typeface="Eras Demi ITC"/>
              </a:rPr>
              <a:t>a</a:t>
            </a:r>
            <a:r>
              <a:rPr sz="1500" spc="-50" dirty="0">
                <a:solidFill>
                  <a:srgbClr val="007BFF"/>
                </a:solidFill>
                <a:latin typeface="Arial Rounded MT Bold" panose="020F0704030504030204" pitchFamily="34" charset="0"/>
                <a:cs typeface="Trebuchet MS"/>
              </a:rPr>
              <a:t>p</a:t>
            </a:r>
            <a:r>
              <a:rPr sz="1500" spc="-50" dirty="0">
                <a:solidFill>
                  <a:srgbClr val="007BFF"/>
                </a:solidFill>
                <a:latin typeface="Arial Rounded MT Bold" panose="020F0704030504030204" pitchFamily="34" charset="0"/>
                <a:cs typeface="Eras Demi ITC"/>
              </a:rPr>
              <a:t>a</a:t>
            </a:r>
            <a:r>
              <a:rPr sz="1500" spc="-15" dirty="0">
                <a:solidFill>
                  <a:srgbClr val="007BFF"/>
                </a:solidFill>
                <a:latin typeface="Arial Rounded MT Bold" panose="020F0704030504030204" pitchFamily="34" charset="0"/>
                <a:cs typeface="Eras Demi ITC"/>
              </a:rPr>
              <a:t> </a:t>
            </a:r>
            <a:r>
              <a:rPr sz="1500" spc="-100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h</a:t>
            </a:r>
            <a:r>
              <a:rPr sz="1500" spc="-100" dirty="0">
                <a:solidFill>
                  <a:srgbClr val="007BFF"/>
                </a:solidFill>
                <a:latin typeface="Arial Rounded MT Bold" panose="020F0704030504030204" pitchFamily="34" charset="0"/>
                <a:cs typeface="Eras Demi ITC"/>
              </a:rPr>
              <a:t>a</a:t>
            </a:r>
            <a:r>
              <a:rPr sz="1500" spc="-100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l</a:t>
            </a:r>
            <a:r>
              <a:rPr sz="1500" spc="-120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500" spc="-20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i</a:t>
            </a:r>
            <a:r>
              <a:rPr sz="1500" spc="-20" dirty="0">
                <a:solidFill>
                  <a:srgbClr val="007BFF"/>
                </a:solidFill>
                <a:latin typeface="Arial Rounded MT Bold" panose="020F0704030504030204" pitchFamily="34" charset="0"/>
                <a:cs typeface="Trebuchet MS"/>
              </a:rPr>
              <a:t>tu</a:t>
            </a:r>
            <a:r>
              <a:rPr sz="1500" spc="-55" dirty="0">
                <a:solidFill>
                  <a:srgbClr val="007BFF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500" spc="-25" dirty="0">
                <a:solidFill>
                  <a:srgbClr val="007BFF"/>
                </a:solidFill>
                <a:latin typeface="Arial Rounded MT Bold" panose="020F0704030504030204" pitchFamily="34" charset="0"/>
                <a:cs typeface="Trebuchet MS"/>
              </a:rPr>
              <a:t>t</a:t>
            </a:r>
            <a:r>
              <a:rPr sz="1500" spc="-25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e</a:t>
            </a:r>
            <a:r>
              <a:rPr sz="1500" spc="-25" dirty="0">
                <a:solidFill>
                  <a:srgbClr val="007BFF"/>
                </a:solidFill>
                <a:latin typeface="Arial Rounded MT Bold" panose="020F0704030504030204" pitchFamily="34" charset="0"/>
                <a:cs typeface="Trebuchet MS"/>
              </a:rPr>
              <a:t>r</a:t>
            </a:r>
            <a:r>
              <a:rPr sz="1500" spc="-25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j</a:t>
            </a:r>
            <a:r>
              <a:rPr sz="1500" spc="-25" dirty="0">
                <a:solidFill>
                  <a:srgbClr val="007BFF"/>
                </a:solidFill>
                <a:latin typeface="Arial Rounded MT Bold" panose="020F0704030504030204" pitchFamily="34" charset="0"/>
                <a:cs typeface="Eras Demi ITC"/>
              </a:rPr>
              <a:t>a</a:t>
            </a:r>
            <a:r>
              <a:rPr sz="1500" spc="-25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di</a:t>
            </a:r>
            <a:r>
              <a:rPr sz="1500" spc="-25" dirty="0">
                <a:solidFill>
                  <a:srgbClr val="007BFF"/>
                </a:solidFill>
                <a:latin typeface="Arial Rounded MT Bold" panose="020F0704030504030204" pitchFamily="34" charset="0"/>
                <a:cs typeface="Eras Bold ITC"/>
              </a:rPr>
              <a:t>?"</a:t>
            </a:r>
            <a:endParaRPr sz="1500" dirty="0">
              <a:latin typeface="Arial Rounded MT Bold" panose="020F0704030504030204" pitchFamily="34" charset="0"/>
              <a:cs typeface="Eras Bold IT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92875" y="2716783"/>
            <a:ext cx="4408170" cy="416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0"/>
              </a:spcBef>
            </a:pPr>
            <a:r>
              <a:rPr sz="1200" spc="-7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Melakukan</a:t>
            </a:r>
            <a:r>
              <a:rPr sz="12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200" spc="-8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teknik</a:t>
            </a:r>
            <a:r>
              <a:rPr sz="12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drill-</a:t>
            </a:r>
            <a:r>
              <a:rPr sz="12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down</a:t>
            </a:r>
            <a:r>
              <a:rPr sz="12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200" spc="-8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dan</a:t>
            </a:r>
            <a:r>
              <a:rPr sz="12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data</a:t>
            </a:r>
            <a:r>
              <a:rPr sz="12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2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discovery</a:t>
            </a:r>
            <a:r>
              <a:rPr sz="12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2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untuk </a:t>
            </a:r>
            <a:r>
              <a:rPr sz="1200" spc="-10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menemukan</a:t>
            </a:r>
            <a:r>
              <a:rPr sz="1200" spc="-6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2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penyebab</a:t>
            </a:r>
            <a:r>
              <a:rPr sz="12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200" spc="-7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utama</a:t>
            </a:r>
            <a:r>
              <a:rPr sz="12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200" spc="-6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dari</a:t>
            </a:r>
            <a:r>
              <a:rPr sz="12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2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sebuah </a:t>
            </a:r>
            <a:r>
              <a:rPr sz="1200" spc="-6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tren</a:t>
            </a:r>
            <a:r>
              <a:rPr sz="12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2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atau</a:t>
            </a:r>
            <a:r>
              <a:rPr sz="12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2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masalah.</a:t>
            </a:r>
            <a:endParaRPr sz="1200" dirty="0">
              <a:latin typeface="Arial Rounded MT Bold" panose="020F0704030504030204" pitchFamily="34" charset="0"/>
              <a:cs typeface="Lucida San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49325" y="4036271"/>
            <a:ext cx="2708275" cy="769441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2000" spc="-5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Analisis</a:t>
            </a:r>
            <a:r>
              <a:rPr sz="2000" spc="-17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2000" spc="-1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Prediktif</a:t>
            </a:r>
            <a:endParaRPr sz="2000" dirty="0">
              <a:latin typeface="Arial Rounded MT Bold" panose="020F0704030504030204" pitchFamily="34" charset="0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1450" spc="-45" dirty="0">
                <a:solidFill>
                  <a:srgbClr val="007BFF"/>
                </a:solidFill>
                <a:latin typeface="Arial Rounded MT Bold" panose="020F0704030504030204" pitchFamily="34" charset="0"/>
                <a:cs typeface="Eras Bold ITC"/>
              </a:rPr>
              <a:t>"</a:t>
            </a:r>
            <a:r>
              <a:rPr sz="1500" spc="-45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500" spc="-45" dirty="0">
                <a:solidFill>
                  <a:srgbClr val="007BFF"/>
                </a:solidFill>
                <a:latin typeface="Arial Rounded MT Bold" panose="020F0704030504030204" pitchFamily="34" charset="0"/>
                <a:cs typeface="Trebuchet MS"/>
              </a:rPr>
              <a:t>p</a:t>
            </a:r>
            <a:r>
              <a:rPr sz="1500" spc="-45" dirty="0">
                <a:solidFill>
                  <a:srgbClr val="007BFF"/>
                </a:solidFill>
                <a:latin typeface="Arial Rounded MT Bold" panose="020F0704030504030204" pitchFamily="34" charset="0"/>
                <a:cs typeface="Eras Demi ITC"/>
              </a:rPr>
              <a:t>a</a:t>
            </a:r>
            <a:r>
              <a:rPr sz="1500" spc="15" dirty="0">
                <a:solidFill>
                  <a:srgbClr val="007BFF"/>
                </a:solidFill>
                <a:latin typeface="Arial Rounded MT Bold" panose="020F0704030504030204" pitchFamily="34" charset="0"/>
                <a:cs typeface="Eras Demi ITC"/>
              </a:rPr>
              <a:t> </a:t>
            </a:r>
            <a:r>
              <a:rPr sz="1500" spc="-60" dirty="0">
                <a:solidFill>
                  <a:srgbClr val="007BFF"/>
                </a:solidFill>
                <a:latin typeface="Arial Rounded MT Bold" panose="020F0704030504030204" pitchFamily="34" charset="0"/>
                <a:cs typeface="Trebuchet MS"/>
              </a:rPr>
              <a:t>y</a:t>
            </a:r>
            <a:r>
              <a:rPr sz="1500" spc="-60" dirty="0">
                <a:solidFill>
                  <a:srgbClr val="007BFF"/>
                </a:solidFill>
                <a:latin typeface="Arial Rounded MT Bold" panose="020F0704030504030204" pitchFamily="34" charset="0"/>
                <a:cs typeface="Eras Demi ITC"/>
              </a:rPr>
              <a:t>a</a:t>
            </a:r>
            <a:r>
              <a:rPr sz="1500" spc="-60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ng</a:t>
            </a:r>
            <a:r>
              <a:rPr sz="1500" spc="-95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500" spc="-114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m</a:t>
            </a:r>
            <a:r>
              <a:rPr sz="1500" spc="-114" dirty="0">
                <a:solidFill>
                  <a:srgbClr val="007BFF"/>
                </a:solidFill>
                <a:latin typeface="Arial Rounded MT Bold" panose="020F0704030504030204" pitchFamily="34" charset="0"/>
                <a:cs typeface="Trebuchet MS"/>
              </a:rPr>
              <a:t>u</a:t>
            </a:r>
            <a:r>
              <a:rPr sz="1500" spc="-114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ngkin</a:t>
            </a:r>
            <a:r>
              <a:rPr sz="1500" spc="-95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500" spc="-55" dirty="0">
                <a:solidFill>
                  <a:srgbClr val="007BFF"/>
                </a:solidFill>
                <a:latin typeface="Arial Rounded MT Bold" panose="020F0704030504030204" pitchFamily="34" charset="0"/>
                <a:cs typeface="Trebuchet MS"/>
              </a:rPr>
              <a:t>t</a:t>
            </a:r>
            <a:r>
              <a:rPr sz="1500" spc="-55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e</a:t>
            </a:r>
            <a:r>
              <a:rPr sz="1500" spc="-55" dirty="0">
                <a:solidFill>
                  <a:srgbClr val="007BFF"/>
                </a:solidFill>
                <a:latin typeface="Arial Rounded MT Bold" panose="020F0704030504030204" pitchFamily="34" charset="0"/>
                <a:cs typeface="Trebuchet MS"/>
              </a:rPr>
              <a:t>r</a:t>
            </a:r>
            <a:r>
              <a:rPr sz="1500" spc="-55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j</a:t>
            </a:r>
            <a:r>
              <a:rPr sz="1500" spc="-55" dirty="0">
                <a:solidFill>
                  <a:srgbClr val="007BFF"/>
                </a:solidFill>
                <a:latin typeface="Arial Rounded MT Bold" panose="020F0704030504030204" pitchFamily="34" charset="0"/>
                <a:cs typeface="Eras Demi ITC"/>
              </a:rPr>
              <a:t>a</a:t>
            </a:r>
            <a:r>
              <a:rPr sz="1500" spc="-55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di</a:t>
            </a:r>
            <a:r>
              <a:rPr sz="1500" spc="-55" dirty="0">
                <a:solidFill>
                  <a:srgbClr val="007BFF"/>
                </a:solidFill>
                <a:latin typeface="Arial Rounded MT Bold" panose="020F0704030504030204" pitchFamily="34" charset="0"/>
                <a:cs typeface="Eras Bold ITC"/>
              </a:rPr>
              <a:t>?"</a:t>
            </a:r>
            <a:endParaRPr sz="1500" dirty="0">
              <a:latin typeface="Arial Rounded MT Bold" panose="020F0704030504030204" pitchFamily="34" charset="0"/>
              <a:cs typeface="Eras Bold IT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49325" y="4917059"/>
            <a:ext cx="4170045" cy="416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0"/>
              </a:spcBef>
            </a:pPr>
            <a:r>
              <a:rPr sz="1200" spc="-8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Menggunakan</a:t>
            </a:r>
            <a:r>
              <a:rPr sz="12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200" spc="-8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model</a:t>
            </a:r>
            <a:r>
              <a:rPr sz="12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statistik </a:t>
            </a:r>
            <a:r>
              <a:rPr sz="1200" spc="-8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dan</a:t>
            </a:r>
            <a:r>
              <a:rPr sz="12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200" spc="-8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machine</a:t>
            </a:r>
            <a:r>
              <a:rPr sz="12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200" spc="-8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learning</a:t>
            </a:r>
            <a:r>
              <a:rPr sz="12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2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untuk </a:t>
            </a:r>
            <a:r>
              <a:rPr sz="1200" spc="-8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memprediksi</a:t>
            </a:r>
            <a:r>
              <a:rPr sz="12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2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probabilitas</a:t>
            </a:r>
            <a:r>
              <a:rPr sz="12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200" spc="-6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hasil</a:t>
            </a:r>
            <a:r>
              <a:rPr sz="12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200" spc="-9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di</a:t>
            </a:r>
            <a:r>
              <a:rPr sz="12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200" spc="-6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masa</a:t>
            </a:r>
            <a:r>
              <a:rPr sz="12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2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depan.</a:t>
            </a:r>
            <a:endParaRPr sz="1200" dirty="0">
              <a:latin typeface="Arial Rounded MT Bold" panose="020F0704030504030204" pitchFamily="34" charset="0"/>
              <a:cs typeface="Lucida San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92874" y="4036271"/>
            <a:ext cx="2708275" cy="769441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2000" spc="-5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Analisis</a:t>
            </a:r>
            <a:r>
              <a:rPr sz="2000" spc="-17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2000" spc="-35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Preskriptif</a:t>
            </a:r>
            <a:endParaRPr sz="2000" dirty="0">
              <a:latin typeface="Arial Rounded MT Bold" panose="020F0704030504030204" pitchFamily="34" charset="0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1450" spc="-45" dirty="0">
                <a:solidFill>
                  <a:srgbClr val="007BFF"/>
                </a:solidFill>
                <a:latin typeface="Arial Rounded MT Bold" panose="020F0704030504030204" pitchFamily="34" charset="0"/>
                <a:cs typeface="Eras Bold ITC"/>
              </a:rPr>
              <a:t>"</a:t>
            </a:r>
            <a:r>
              <a:rPr sz="1500" spc="-45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500" spc="-45" dirty="0">
                <a:solidFill>
                  <a:srgbClr val="007BFF"/>
                </a:solidFill>
                <a:latin typeface="Arial Rounded MT Bold" panose="020F0704030504030204" pitchFamily="34" charset="0"/>
                <a:cs typeface="Trebuchet MS"/>
              </a:rPr>
              <a:t>p</a:t>
            </a:r>
            <a:r>
              <a:rPr sz="1500" spc="-45" dirty="0">
                <a:solidFill>
                  <a:srgbClr val="007BFF"/>
                </a:solidFill>
                <a:latin typeface="Arial Rounded MT Bold" panose="020F0704030504030204" pitchFamily="34" charset="0"/>
                <a:cs typeface="Eras Demi ITC"/>
              </a:rPr>
              <a:t>a</a:t>
            </a:r>
            <a:r>
              <a:rPr sz="1500" spc="15" dirty="0">
                <a:solidFill>
                  <a:srgbClr val="007BFF"/>
                </a:solidFill>
                <a:latin typeface="Arial Rounded MT Bold" panose="020F0704030504030204" pitchFamily="34" charset="0"/>
                <a:cs typeface="Eras Demi ITC"/>
              </a:rPr>
              <a:t> </a:t>
            </a:r>
            <a:r>
              <a:rPr sz="1500" spc="-100" dirty="0">
                <a:solidFill>
                  <a:srgbClr val="007BFF"/>
                </a:solidFill>
                <a:latin typeface="Arial Rounded MT Bold" panose="020F0704030504030204" pitchFamily="34" charset="0"/>
                <a:cs typeface="Trebuchet MS"/>
              </a:rPr>
              <a:t>t</a:t>
            </a:r>
            <a:r>
              <a:rPr sz="1500" spc="-100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ind</a:t>
            </a:r>
            <a:r>
              <a:rPr sz="1500" spc="-100" dirty="0">
                <a:solidFill>
                  <a:srgbClr val="007BFF"/>
                </a:solidFill>
                <a:latin typeface="Arial Rounded MT Bold" panose="020F0704030504030204" pitchFamily="34" charset="0"/>
                <a:cs typeface="Eras Demi ITC"/>
              </a:rPr>
              <a:t>a</a:t>
            </a:r>
            <a:r>
              <a:rPr sz="1500" spc="-100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k</a:t>
            </a:r>
            <a:r>
              <a:rPr sz="1500" spc="-100" dirty="0">
                <a:solidFill>
                  <a:srgbClr val="007BFF"/>
                </a:solidFill>
                <a:latin typeface="Arial Rounded MT Bold" panose="020F0704030504030204" pitchFamily="34" charset="0"/>
                <a:cs typeface="Eras Demi ITC"/>
              </a:rPr>
              <a:t>a</a:t>
            </a:r>
            <a:r>
              <a:rPr sz="1500" spc="-100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n </a:t>
            </a:r>
            <a:r>
              <a:rPr sz="1500" spc="-10" dirty="0">
                <a:solidFill>
                  <a:srgbClr val="007BFF"/>
                </a:solidFill>
                <a:latin typeface="Arial Rounded MT Bold" panose="020F0704030504030204" pitchFamily="34" charset="0"/>
                <a:cs typeface="Trebuchet MS"/>
              </a:rPr>
              <a:t>t</a:t>
            </a:r>
            <a:r>
              <a:rPr sz="1500" spc="-10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e</a:t>
            </a:r>
            <a:r>
              <a:rPr sz="1500" spc="-10" dirty="0">
                <a:solidFill>
                  <a:srgbClr val="007BFF"/>
                </a:solidFill>
                <a:latin typeface="Arial Rounded MT Bold" panose="020F0704030504030204" pitchFamily="34" charset="0"/>
                <a:cs typeface="Trebuchet MS"/>
              </a:rPr>
              <a:t>r</a:t>
            </a:r>
            <a:r>
              <a:rPr sz="1500" spc="-10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b</a:t>
            </a:r>
            <a:r>
              <a:rPr sz="1500" spc="-10" dirty="0">
                <a:solidFill>
                  <a:srgbClr val="007BFF"/>
                </a:solidFill>
                <a:latin typeface="Arial Rounded MT Bold" panose="020F0704030504030204" pitchFamily="34" charset="0"/>
                <a:cs typeface="Eras Demi ITC"/>
              </a:rPr>
              <a:t>a</a:t>
            </a:r>
            <a:r>
              <a:rPr sz="1500" spc="-10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ik</a:t>
            </a:r>
            <a:r>
              <a:rPr sz="1500" spc="-10" dirty="0">
                <a:solidFill>
                  <a:srgbClr val="007BFF"/>
                </a:solidFill>
                <a:latin typeface="Arial Rounded MT Bold" panose="020F0704030504030204" pitchFamily="34" charset="0"/>
                <a:cs typeface="Eras Bold ITC"/>
              </a:rPr>
              <a:t>?"</a:t>
            </a:r>
            <a:endParaRPr sz="1500" dirty="0">
              <a:latin typeface="Arial Rounded MT Bold" panose="020F0704030504030204" pitchFamily="34" charset="0"/>
              <a:cs typeface="Eras Bold IT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92875" y="4917059"/>
            <a:ext cx="4554220" cy="416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0"/>
              </a:spcBef>
            </a:pPr>
            <a:r>
              <a:rPr sz="1200" spc="-8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Memberikan</a:t>
            </a:r>
            <a:r>
              <a:rPr sz="12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200" spc="-7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rekomendasi</a:t>
            </a:r>
            <a:r>
              <a:rPr sz="12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2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otomatis</a:t>
            </a:r>
            <a:r>
              <a:rPr sz="1200" spc="-1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200" spc="-8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dan</a:t>
            </a:r>
            <a:r>
              <a:rPr sz="12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strategi </a:t>
            </a:r>
            <a:r>
              <a:rPr sz="12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optimasi</a:t>
            </a:r>
            <a:r>
              <a:rPr sz="12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untuk </a:t>
            </a:r>
            <a:r>
              <a:rPr sz="1200" spc="-7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mencapai</a:t>
            </a:r>
            <a:r>
              <a:rPr sz="12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200" spc="-7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tujuan</a:t>
            </a:r>
            <a:r>
              <a:rPr sz="12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bisnis</a:t>
            </a:r>
            <a:r>
              <a:rPr sz="12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2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yang </a:t>
            </a:r>
            <a:r>
              <a:rPr sz="12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diinginkan.</a:t>
            </a:r>
            <a:endParaRPr sz="1200" dirty="0">
              <a:latin typeface="Arial Rounded MT Bold" panose="020F0704030504030204" pitchFamily="34" charset="0"/>
              <a:cs typeface="Lucida San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71500" y="62674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11049000" y="9525"/>
                </a:moveTo>
                <a:lnTo>
                  <a:pt x="0" y="9525"/>
                </a:lnTo>
                <a:lnTo>
                  <a:pt x="0" y="0"/>
                </a:lnTo>
                <a:lnTo>
                  <a:pt x="11049000" y="0"/>
                </a:lnTo>
                <a:lnTo>
                  <a:pt x="11049000" y="9525"/>
                </a:lnTo>
                <a:close/>
              </a:path>
            </a:pathLst>
          </a:custGeom>
          <a:solidFill>
            <a:srgbClr val="E8ECEF"/>
          </a:solidFill>
        </p:spPr>
        <p:txBody>
          <a:bodyPr wrap="square" lIns="0" tIns="0" rIns="0" bIns="0" rtlCol="0"/>
          <a:lstStyle/>
          <a:p>
            <a:endParaRPr>
              <a:latin typeface="Arial Rounded MT Bold" panose="020F0704030504030204" pitchFamily="34" charset="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058400" y="6394108"/>
            <a:ext cx="1574673" cy="1897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105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DATA</a:t>
            </a:r>
            <a:r>
              <a:rPr sz="1150" spc="-9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150" spc="-4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INSIGHT</a:t>
            </a:r>
            <a:r>
              <a:rPr sz="1150" spc="-9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150" spc="-25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PRO</a:t>
            </a:r>
            <a:endParaRPr sz="1150" dirty="0">
              <a:latin typeface="Arial Rounded MT Bold" panose="020F0704030504030204" pitchFamily="34" charset="0"/>
              <a:cs typeface="Lucida Sans"/>
            </a:endParaRPr>
          </a:p>
        </p:txBody>
      </p:sp>
      <p:sp>
        <p:nvSpPr>
          <p:cNvPr id="23" name="object 26">
            <a:extLst>
              <a:ext uri="{FF2B5EF4-FFF2-40B4-BE49-F238E27FC236}">
                <a16:creationId xmlns:a16="http://schemas.microsoft.com/office/drawing/2014/main" id="{087047AF-F5DE-40F4-A0E4-94BFE2405618}"/>
              </a:ext>
            </a:extLst>
          </p:cNvPr>
          <p:cNvSpPr txBox="1"/>
          <p:nvPr/>
        </p:nvSpPr>
        <p:spPr>
          <a:xfrm>
            <a:off x="558800" y="6287372"/>
            <a:ext cx="4013200" cy="19171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spc="-3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©</a:t>
            </a:r>
            <a:r>
              <a:rPr sz="1150" spc="-6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150" spc="-85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2026</a:t>
            </a:r>
            <a:r>
              <a:rPr sz="1150" spc="-6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1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P</a:t>
            </a:r>
            <a:r>
              <a:rPr sz="11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eng</a:t>
            </a:r>
            <a:r>
              <a:rPr sz="11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1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0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1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0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r</a:t>
            </a:r>
            <a:r>
              <a:rPr sz="1050" spc="-3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li</a:t>
            </a:r>
            <a:r>
              <a:rPr sz="10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ik</a:t>
            </a:r>
            <a:r>
              <a:rPr sz="1150" spc="-45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150" spc="-5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Da</a:t>
            </a:r>
            <a:r>
              <a:rPr sz="1050" spc="-5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150" spc="-5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15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|</a:t>
            </a:r>
            <a:r>
              <a:rPr lang="en-US" sz="1150" spc="-6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 Cisco Networking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8800" y="503276"/>
            <a:ext cx="5619115" cy="48346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000" spc="-80" dirty="0">
                <a:latin typeface="Arial Rounded MT Bold" panose="020F0704030504030204" pitchFamily="34" charset="0"/>
                <a:cs typeface="Trebuchet MS"/>
              </a:rPr>
              <a:t>M</a:t>
            </a:r>
            <a:r>
              <a:rPr sz="3000" spc="-80" dirty="0">
                <a:latin typeface="Arial Rounded MT Bold" panose="020F0704030504030204" pitchFamily="34" charset="0"/>
              </a:rPr>
              <a:t>end</a:t>
            </a:r>
            <a:r>
              <a:rPr sz="3000" spc="-80" dirty="0"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3000" spc="-80" dirty="0">
                <a:latin typeface="Arial Rounded MT Bold" panose="020F0704030504030204" pitchFamily="34" charset="0"/>
              </a:rPr>
              <a:t>l</a:t>
            </a:r>
            <a:r>
              <a:rPr sz="3000" spc="-80" dirty="0"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3000" spc="-80" dirty="0">
                <a:latin typeface="Arial Rounded MT Bold" panose="020F0704030504030204" pitchFamily="34" charset="0"/>
              </a:rPr>
              <a:t>mi</a:t>
            </a:r>
            <a:r>
              <a:rPr sz="3000" spc="-290" dirty="0">
                <a:latin typeface="Arial Rounded MT Bold" panose="020F0704030504030204" pitchFamily="34" charset="0"/>
              </a:rPr>
              <a:t> </a:t>
            </a:r>
            <a:r>
              <a:rPr sz="3000" spc="-45" dirty="0" err="1">
                <a:latin typeface="Arial Rounded MT Bold" panose="020F0704030504030204" pitchFamily="34" charset="0"/>
                <a:cs typeface="Trebuchet MS"/>
              </a:rPr>
              <a:t>J</a:t>
            </a:r>
            <a:r>
              <a:rPr sz="3000" spc="-45" dirty="0" err="1">
                <a:latin typeface="Arial Rounded MT Bold" panose="020F0704030504030204" pitchFamily="34" charset="0"/>
              </a:rPr>
              <a:t>enis</a:t>
            </a:r>
            <a:r>
              <a:rPr sz="3000" spc="-190" dirty="0">
                <a:latin typeface="Arial Rounded MT Bold" panose="020F0704030504030204" pitchFamily="34" charset="0"/>
              </a:rPr>
              <a:t> </a:t>
            </a:r>
            <a:r>
              <a:rPr sz="3000" spc="-60" dirty="0" err="1">
                <a:latin typeface="Arial Rounded MT Bold" panose="020F0704030504030204" pitchFamily="34" charset="0"/>
              </a:rPr>
              <a:t>An</a:t>
            </a:r>
            <a:r>
              <a:rPr sz="3000" spc="-60" dirty="0" err="1"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3000" spc="-60" dirty="0" err="1">
                <a:latin typeface="Arial Rounded MT Bold" panose="020F0704030504030204" pitchFamily="34" charset="0"/>
              </a:rPr>
              <a:t>lisis</a:t>
            </a:r>
            <a:endParaRPr sz="3000" dirty="0">
              <a:latin typeface="Arial Rounded MT Bold" panose="020F0704030504030204" pitchFamily="34" charset="0"/>
              <a:cs typeface="Bradley Hand ITC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9625" y="1018031"/>
            <a:ext cx="6446520" cy="2688590"/>
            <a:chOff x="39625" y="1018031"/>
            <a:chExt cx="6446520" cy="2688590"/>
          </a:xfrm>
        </p:grpSpPr>
        <p:sp>
          <p:nvSpPr>
            <p:cNvPr id="4" name="object 4"/>
            <p:cNvSpPr/>
            <p:nvPr/>
          </p:nvSpPr>
          <p:spPr>
            <a:xfrm>
              <a:off x="39625" y="1018031"/>
              <a:ext cx="6446520" cy="2688590"/>
            </a:xfrm>
            <a:custGeom>
              <a:avLst/>
              <a:gdLst/>
              <a:ahLst/>
              <a:cxnLst/>
              <a:rect l="l" t="t" r="r" b="b"/>
              <a:pathLst>
                <a:path w="6446520" h="2688590">
                  <a:moveTo>
                    <a:pt x="6446519" y="2688335"/>
                  </a:moveTo>
                  <a:lnTo>
                    <a:pt x="0" y="2688335"/>
                  </a:lnTo>
                  <a:lnTo>
                    <a:pt x="0" y="0"/>
                  </a:lnTo>
                  <a:lnTo>
                    <a:pt x="6446519" y="0"/>
                  </a:lnTo>
                  <a:lnTo>
                    <a:pt x="6446519" y="353567"/>
                  </a:lnTo>
                  <a:lnTo>
                    <a:pt x="608075" y="353567"/>
                  </a:lnTo>
                  <a:lnTo>
                    <a:pt x="601507" y="353885"/>
                  </a:lnTo>
                  <a:lnTo>
                    <a:pt x="565798" y="368676"/>
                  </a:lnTo>
                  <a:lnTo>
                    <a:pt x="544255" y="400917"/>
                  </a:lnTo>
                  <a:lnTo>
                    <a:pt x="541400" y="420242"/>
                  </a:lnTo>
                  <a:lnTo>
                    <a:pt x="541400" y="1887092"/>
                  </a:lnTo>
                  <a:lnTo>
                    <a:pt x="552627" y="1924142"/>
                  </a:lnTo>
                  <a:lnTo>
                    <a:pt x="582561" y="1948693"/>
                  </a:lnTo>
                  <a:lnTo>
                    <a:pt x="608075" y="1953767"/>
                  </a:lnTo>
                  <a:lnTo>
                    <a:pt x="6446519" y="1953767"/>
                  </a:lnTo>
                  <a:lnTo>
                    <a:pt x="6446519" y="2688335"/>
                  </a:lnTo>
                  <a:close/>
                </a:path>
                <a:path w="6446520" h="2688590">
                  <a:moveTo>
                    <a:pt x="6446519" y="1953767"/>
                  </a:moveTo>
                  <a:lnTo>
                    <a:pt x="5837316" y="1953767"/>
                  </a:lnTo>
                  <a:lnTo>
                    <a:pt x="5843882" y="1953450"/>
                  </a:lnTo>
                  <a:lnTo>
                    <a:pt x="5850323" y="1952499"/>
                  </a:lnTo>
                  <a:lnTo>
                    <a:pt x="5884438" y="1934239"/>
                  </a:lnTo>
                  <a:lnTo>
                    <a:pt x="5902699" y="1900102"/>
                  </a:lnTo>
                  <a:lnTo>
                    <a:pt x="5903975" y="1887092"/>
                  </a:lnTo>
                  <a:lnTo>
                    <a:pt x="5903975" y="420242"/>
                  </a:lnTo>
                  <a:lnTo>
                    <a:pt x="5892736" y="383193"/>
                  </a:lnTo>
                  <a:lnTo>
                    <a:pt x="5862827" y="358642"/>
                  </a:lnTo>
                  <a:lnTo>
                    <a:pt x="5837316" y="353567"/>
                  </a:lnTo>
                  <a:lnTo>
                    <a:pt x="6446519" y="353567"/>
                  </a:lnTo>
                  <a:lnTo>
                    <a:pt x="6446519" y="1953767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 dirty="0">
                <a:latin typeface="Arial Rounded MT Bold" panose="020F0704030504030204" pitchFamily="34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576262" y="1366837"/>
              <a:ext cx="5372100" cy="1609725"/>
            </a:xfrm>
            <a:custGeom>
              <a:avLst/>
              <a:gdLst/>
              <a:ahLst/>
              <a:cxnLst/>
              <a:rect l="l" t="t" r="r" b="b"/>
              <a:pathLst>
                <a:path w="5372100" h="1609725">
                  <a:moveTo>
                    <a:pt x="5305348" y="1609725"/>
                  </a:moveTo>
                  <a:lnTo>
                    <a:pt x="66746" y="1609725"/>
                  </a:lnTo>
                  <a:lnTo>
                    <a:pt x="62101" y="1609267"/>
                  </a:lnTo>
                  <a:lnTo>
                    <a:pt x="24240" y="1592122"/>
                  </a:lnTo>
                  <a:lnTo>
                    <a:pt x="2287" y="1556823"/>
                  </a:lnTo>
                  <a:lnTo>
                    <a:pt x="0" y="1542973"/>
                  </a:lnTo>
                  <a:lnTo>
                    <a:pt x="0" y="15382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5305348" y="0"/>
                  </a:lnTo>
                  <a:lnTo>
                    <a:pt x="5344248" y="14645"/>
                  </a:lnTo>
                  <a:lnTo>
                    <a:pt x="5368451" y="48433"/>
                  </a:lnTo>
                  <a:lnTo>
                    <a:pt x="5372100" y="66746"/>
                  </a:lnTo>
                  <a:lnTo>
                    <a:pt x="5372100" y="1542973"/>
                  </a:lnTo>
                  <a:lnTo>
                    <a:pt x="5357450" y="1581873"/>
                  </a:lnTo>
                  <a:lnTo>
                    <a:pt x="5323665" y="1606086"/>
                  </a:lnTo>
                  <a:lnTo>
                    <a:pt x="5309997" y="1609267"/>
                  </a:lnTo>
                  <a:lnTo>
                    <a:pt x="5305348" y="16097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576262" y="1366837"/>
              <a:ext cx="5372100" cy="1609725"/>
            </a:xfrm>
            <a:custGeom>
              <a:avLst/>
              <a:gdLst/>
              <a:ahLst/>
              <a:cxnLst/>
              <a:rect l="l" t="t" r="r" b="b"/>
              <a:pathLst>
                <a:path w="5372100" h="1609725">
                  <a:moveTo>
                    <a:pt x="0" y="15382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8" y="12039"/>
                  </a:lnTo>
                  <a:lnTo>
                    <a:pt x="35649" y="9433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5300662" y="0"/>
                  </a:lnTo>
                  <a:lnTo>
                    <a:pt x="5305348" y="0"/>
                  </a:lnTo>
                  <a:lnTo>
                    <a:pt x="5309997" y="457"/>
                  </a:lnTo>
                  <a:lnTo>
                    <a:pt x="5347858" y="17606"/>
                  </a:lnTo>
                  <a:lnTo>
                    <a:pt x="5351173" y="20923"/>
                  </a:lnTo>
                  <a:lnTo>
                    <a:pt x="5354488" y="24240"/>
                  </a:lnTo>
                  <a:lnTo>
                    <a:pt x="5371642" y="62101"/>
                  </a:lnTo>
                  <a:lnTo>
                    <a:pt x="5372100" y="66746"/>
                  </a:lnTo>
                  <a:lnTo>
                    <a:pt x="5372100" y="71437"/>
                  </a:lnTo>
                  <a:lnTo>
                    <a:pt x="5372100" y="1538287"/>
                  </a:lnTo>
                  <a:lnTo>
                    <a:pt x="5372100" y="1542973"/>
                  </a:lnTo>
                  <a:lnTo>
                    <a:pt x="5371642" y="1547621"/>
                  </a:lnTo>
                  <a:lnTo>
                    <a:pt x="5370728" y="1552222"/>
                  </a:lnTo>
                  <a:lnTo>
                    <a:pt x="5369814" y="1556823"/>
                  </a:lnTo>
                  <a:lnTo>
                    <a:pt x="5368451" y="1561290"/>
                  </a:lnTo>
                  <a:lnTo>
                    <a:pt x="5366661" y="1565624"/>
                  </a:lnTo>
                  <a:lnTo>
                    <a:pt x="5364870" y="1569958"/>
                  </a:lnTo>
                  <a:lnTo>
                    <a:pt x="5351173" y="1588798"/>
                  </a:lnTo>
                  <a:lnTo>
                    <a:pt x="5347858" y="1592122"/>
                  </a:lnTo>
                  <a:lnTo>
                    <a:pt x="5327999" y="1604286"/>
                  </a:lnTo>
                  <a:lnTo>
                    <a:pt x="5323665" y="1606086"/>
                  </a:lnTo>
                  <a:lnTo>
                    <a:pt x="5319198" y="1607439"/>
                  </a:lnTo>
                  <a:lnTo>
                    <a:pt x="5314597" y="1608353"/>
                  </a:lnTo>
                  <a:lnTo>
                    <a:pt x="5309997" y="1609267"/>
                  </a:lnTo>
                  <a:lnTo>
                    <a:pt x="5305348" y="1609725"/>
                  </a:lnTo>
                  <a:lnTo>
                    <a:pt x="5300662" y="1609725"/>
                  </a:lnTo>
                  <a:lnTo>
                    <a:pt x="71437" y="1609725"/>
                  </a:lnTo>
                  <a:lnTo>
                    <a:pt x="66746" y="1609725"/>
                  </a:lnTo>
                  <a:lnTo>
                    <a:pt x="62101" y="1609267"/>
                  </a:lnTo>
                  <a:lnTo>
                    <a:pt x="57500" y="1608353"/>
                  </a:lnTo>
                  <a:lnTo>
                    <a:pt x="52900" y="1607439"/>
                  </a:lnTo>
                  <a:lnTo>
                    <a:pt x="48433" y="1606086"/>
                  </a:lnTo>
                  <a:lnTo>
                    <a:pt x="44099" y="1604286"/>
                  </a:lnTo>
                  <a:lnTo>
                    <a:pt x="39765" y="1602495"/>
                  </a:lnTo>
                  <a:lnTo>
                    <a:pt x="20923" y="1588798"/>
                  </a:lnTo>
                  <a:lnTo>
                    <a:pt x="17606" y="1585483"/>
                  </a:lnTo>
                  <a:lnTo>
                    <a:pt x="457" y="1547621"/>
                  </a:lnTo>
                  <a:lnTo>
                    <a:pt x="0" y="1542973"/>
                  </a:lnTo>
                  <a:lnTo>
                    <a:pt x="0" y="1538287"/>
                  </a:lnTo>
                  <a:close/>
                </a:path>
              </a:pathLst>
            </a:custGeom>
            <a:ln w="9524">
              <a:solidFill>
                <a:srgbClr val="E8ECE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9625" y="1600199"/>
              <a:ext cx="1714499" cy="114299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701925" y="1410962"/>
            <a:ext cx="2966720" cy="1200008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pc="-50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An</a:t>
            </a:r>
            <a:r>
              <a:rPr spc="-50" dirty="0">
                <a:solidFill>
                  <a:srgbClr val="007BFF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pc="-50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lisis</a:t>
            </a:r>
            <a:r>
              <a:rPr spc="-120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pc="-10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Deskriptif</a:t>
            </a:r>
            <a:endParaRPr dirty="0">
              <a:latin typeface="Arial Rounded MT Bold" panose="020F0704030504030204" pitchFamily="34" charset="0"/>
              <a:cs typeface="Lucida Sans"/>
            </a:endParaRPr>
          </a:p>
          <a:p>
            <a:pPr marL="12700" marR="5080">
              <a:lnSpc>
                <a:spcPct val="112500"/>
              </a:lnSpc>
              <a:spcBef>
                <a:spcPts val="565"/>
              </a:spcBef>
            </a:pPr>
            <a:r>
              <a:rPr sz="13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Fo</a:t>
            </a:r>
            <a:r>
              <a:rPr sz="13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</a:t>
            </a:r>
            <a:r>
              <a:rPr sz="13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us 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pa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p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engg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mb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ara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ata 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hi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stor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ec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ara</a:t>
            </a:r>
            <a:r>
              <a:rPr sz="1300" spc="-7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urat 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ta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pa</a:t>
            </a:r>
            <a:r>
              <a:rPr sz="1300" spc="-7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men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ar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ik 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ke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im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pu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l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 </a:t>
            </a:r>
            <a:r>
              <a:rPr sz="13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pr</a:t>
            </a:r>
            <a:r>
              <a:rPr sz="13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edik</a:t>
            </a:r>
            <a:r>
              <a:rPr sz="13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3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if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ya</a:t>
            </a:r>
            <a:r>
              <a:rPr sz="130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ng</a:t>
            </a:r>
            <a:r>
              <a:rPr sz="13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j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au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h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.</a:t>
            </a:r>
            <a:endParaRPr sz="1300" dirty="0">
              <a:latin typeface="Arial Rounded MT Bold" panose="020F0704030504030204" pitchFamily="34" charset="0"/>
              <a:cs typeface="Lucida San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705855" y="1018031"/>
            <a:ext cx="6446520" cy="2688590"/>
            <a:chOff x="5705855" y="1018031"/>
            <a:chExt cx="6446520" cy="2688590"/>
          </a:xfrm>
        </p:grpSpPr>
        <p:sp>
          <p:nvSpPr>
            <p:cNvPr id="10" name="object 10"/>
            <p:cNvSpPr/>
            <p:nvPr/>
          </p:nvSpPr>
          <p:spPr>
            <a:xfrm>
              <a:off x="5705855" y="1018031"/>
              <a:ext cx="6446520" cy="2688590"/>
            </a:xfrm>
            <a:custGeom>
              <a:avLst/>
              <a:gdLst/>
              <a:ahLst/>
              <a:cxnLst/>
              <a:rect l="l" t="t" r="r" b="b"/>
              <a:pathLst>
                <a:path w="6446520" h="2688590">
                  <a:moveTo>
                    <a:pt x="6446519" y="2688335"/>
                  </a:moveTo>
                  <a:lnTo>
                    <a:pt x="0" y="2688335"/>
                  </a:lnTo>
                  <a:lnTo>
                    <a:pt x="0" y="0"/>
                  </a:lnTo>
                  <a:lnTo>
                    <a:pt x="6446519" y="0"/>
                  </a:lnTo>
                  <a:lnTo>
                    <a:pt x="6446519" y="353567"/>
                  </a:lnTo>
                  <a:lnTo>
                    <a:pt x="609234" y="353567"/>
                  </a:lnTo>
                  <a:lnTo>
                    <a:pt x="602650" y="353885"/>
                  </a:lnTo>
                  <a:lnTo>
                    <a:pt x="566945" y="368676"/>
                  </a:lnTo>
                  <a:lnTo>
                    <a:pt x="545385" y="400917"/>
                  </a:lnTo>
                  <a:lnTo>
                    <a:pt x="542543" y="420242"/>
                  </a:lnTo>
                  <a:lnTo>
                    <a:pt x="542543" y="1887092"/>
                  </a:lnTo>
                  <a:lnTo>
                    <a:pt x="553768" y="1924142"/>
                  </a:lnTo>
                  <a:lnTo>
                    <a:pt x="583691" y="1948693"/>
                  </a:lnTo>
                  <a:lnTo>
                    <a:pt x="609234" y="1953767"/>
                  </a:lnTo>
                  <a:lnTo>
                    <a:pt x="6446519" y="1953767"/>
                  </a:lnTo>
                  <a:lnTo>
                    <a:pt x="6446519" y="2688335"/>
                  </a:lnTo>
                  <a:close/>
                </a:path>
                <a:path w="6446520" h="2688590">
                  <a:moveTo>
                    <a:pt x="6446519" y="1953767"/>
                  </a:moveTo>
                  <a:lnTo>
                    <a:pt x="5838443" y="1953767"/>
                  </a:lnTo>
                  <a:lnTo>
                    <a:pt x="5845010" y="1953450"/>
                  </a:lnTo>
                  <a:lnTo>
                    <a:pt x="5851451" y="1952499"/>
                  </a:lnTo>
                  <a:lnTo>
                    <a:pt x="5885596" y="1934239"/>
                  </a:lnTo>
                  <a:lnTo>
                    <a:pt x="5903846" y="1900102"/>
                  </a:lnTo>
                  <a:lnTo>
                    <a:pt x="5905134" y="1887092"/>
                  </a:lnTo>
                  <a:lnTo>
                    <a:pt x="5905134" y="420242"/>
                  </a:lnTo>
                  <a:lnTo>
                    <a:pt x="5893894" y="383193"/>
                  </a:lnTo>
                  <a:lnTo>
                    <a:pt x="5863955" y="358642"/>
                  </a:lnTo>
                  <a:lnTo>
                    <a:pt x="5838443" y="353567"/>
                  </a:lnTo>
                  <a:lnTo>
                    <a:pt x="6446519" y="353567"/>
                  </a:lnTo>
                  <a:lnTo>
                    <a:pt x="6446519" y="1953767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6243637" y="1366837"/>
              <a:ext cx="5372100" cy="1609725"/>
            </a:xfrm>
            <a:custGeom>
              <a:avLst/>
              <a:gdLst/>
              <a:ahLst/>
              <a:cxnLst/>
              <a:rect l="l" t="t" r="r" b="b"/>
              <a:pathLst>
                <a:path w="5372100" h="1609725">
                  <a:moveTo>
                    <a:pt x="5305329" y="1609725"/>
                  </a:moveTo>
                  <a:lnTo>
                    <a:pt x="66751" y="1609725"/>
                  </a:lnTo>
                  <a:lnTo>
                    <a:pt x="62102" y="1609267"/>
                  </a:lnTo>
                  <a:lnTo>
                    <a:pt x="24241" y="1592122"/>
                  </a:lnTo>
                  <a:lnTo>
                    <a:pt x="2286" y="1556823"/>
                  </a:lnTo>
                  <a:lnTo>
                    <a:pt x="0" y="1542973"/>
                  </a:lnTo>
                  <a:lnTo>
                    <a:pt x="0" y="1538287"/>
                  </a:lnTo>
                  <a:lnTo>
                    <a:pt x="0" y="66746"/>
                  </a:lnTo>
                  <a:lnTo>
                    <a:pt x="14639" y="27848"/>
                  </a:lnTo>
                  <a:lnTo>
                    <a:pt x="48434" y="3642"/>
                  </a:lnTo>
                  <a:lnTo>
                    <a:pt x="66751" y="0"/>
                  </a:lnTo>
                  <a:lnTo>
                    <a:pt x="5305329" y="0"/>
                  </a:lnTo>
                  <a:lnTo>
                    <a:pt x="5344286" y="14645"/>
                  </a:lnTo>
                  <a:lnTo>
                    <a:pt x="5368480" y="48433"/>
                  </a:lnTo>
                  <a:lnTo>
                    <a:pt x="5372100" y="66746"/>
                  </a:lnTo>
                  <a:lnTo>
                    <a:pt x="5372100" y="1542973"/>
                  </a:lnTo>
                  <a:lnTo>
                    <a:pt x="5357431" y="1581873"/>
                  </a:lnTo>
                  <a:lnTo>
                    <a:pt x="5323713" y="1606086"/>
                  </a:lnTo>
                  <a:lnTo>
                    <a:pt x="5309997" y="1609267"/>
                  </a:lnTo>
                  <a:lnTo>
                    <a:pt x="5305329" y="16097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243637" y="1366837"/>
              <a:ext cx="5372100" cy="1609725"/>
            </a:xfrm>
            <a:custGeom>
              <a:avLst/>
              <a:gdLst/>
              <a:ahLst/>
              <a:cxnLst/>
              <a:rect l="l" t="t" r="r" b="b"/>
              <a:pathLst>
                <a:path w="5372100" h="1609725">
                  <a:moveTo>
                    <a:pt x="0" y="15382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1" y="57500"/>
                  </a:lnTo>
                  <a:lnTo>
                    <a:pt x="2286" y="52900"/>
                  </a:lnTo>
                  <a:lnTo>
                    <a:pt x="3638" y="48433"/>
                  </a:lnTo>
                  <a:lnTo>
                    <a:pt x="5438" y="44099"/>
                  </a:lnTo>
                  <a:lnTo>
                    <a:pt x="7229" y="39765"/>
                  </a:lnTo>
                  <a:lnTo>
                    <a:pt x="9429" y="35649"/>
                  </a:lnTo>
                  <a:lnTo>
                    <a:pt x="12039" y="31748"/>
                  </a:lnTo>
                  <a:lnTo>
                    <a:pt x="14639" y="27848"/>
                  </a:lnTo>
                  <a:lnTo>
                    <a:pt x="17602" y="24240"/>
                  </a:lnTo>
                  <a:lnTo>
                    <a:pt x="20926" y="20923"/>
                  </a:lnTo>
                  <a:lnTo>
                    <a:pt x="24241" y="17606"/>
                  </a:lnTo>
                  <a:lnTo>
                    <a:pt x="62102" y="457"/>
                  </a:lnTo>
                  <a:lnTo>
                    <a:pt x="66751" y="0"/>
                  </a:lnTo>
                  <a:lnTo>
                    <a:pt x="71437" y="0"/>
                  </a:lnTo>
                  <a:lnTo>
                    <a:pt x="5300662" y="0"/>
                  </a:lnTo>
                  <a:lnTo>
                    <a:pt x="5305329" y="0"/>
                  </a:lnTo>
                  <a:lnTo>
                    <a:pt x="5309997" y="457"/>
                  </a:lnTo>
                  <a:lnTo>
                    <a:pt x="5314569" y="1372"/>
                  </a:lnTo>
                  <a:lnTo>
                    <a:pt x="5319236" y="2287"/>
                  </a:lnTo>
                  <a:lnTo>
                    <a:pt x="5340381" y="12039"/>
                  </a:lnTo>
                  <a:lnTo>
                    <a:pt x="5344286" y="14645"/>
                  </a:lnTo>
                  <a:lnTo>
                    <a:pt x="5347811" y="17606"/>
                  </a:lnTo>
                  <a:lnTo>
                    <a:pt x="5351144" y="20923"/>
                  </a:lnTo>
                  <a:lnTo>
                    <a:pt x="5354478" y="24240"/>
                  </a:lnTo>
                  <a:lnTo>
                    <a:pt x="5371623" y="62101"/>
                  </a:lnTo>
                  <a:lnTo>
                    <a:pt x="5372100" y="66746"/>
                  </a:lnTo>
                  <a:lnTo>
                    <a:pt x="5372100" y="71437"/>
                  </a:lnTo>
                  <a:lnTo>
                    <a:pt x="5372100" y="1538287"/>
                  </a:lnTo>
                  <a:lnTo>
                    <a:pt x="5372100" y="1542973"/>
                  </a:lnTo>
                  <a:lnTo>
                    <a:pt x="5371623" y="1547621"/>
                  </a:lnTo>
                  <a:lnTo>
                    <a:pt x="5354478" y="1585483"/>
                  </a:lnTo>
                  <a:lnTo>
                    <a:pt x="5351144" y="1588798"/>
                  </a:lnTo>
                  <a:lnTo>
                    <a:pt x="5347811" y="1592122"/>
                  </a:lnTo>
                  <a:lnTo>
                    <a:pt x="5327999" y="1604286"/>
                  </a:lnTo>
                  <a:lnTo>
                    <a:pt x="5323713" y="1606086"/>
                  </a:lnTo>
                  <a:lnTo>
                    <a:pt x="5319236" y="1607439"/>
                  </a:lnTo>
                  <a:lnTo>
                    <a:pt x="5314569" y="1608353"/>
                  </a:lnTo>
                  <a:lnTo>
                    <a:pt x="5309997" y="1609267"/>
                  </a:lnTo>
                  <a:lnTo>
                    <a:pt x="5305329" y="1609725"/>
                  </a:lnTo>
                  <a:lnTo>
                    <a:pt x="5300662" y="1609725"/>
                  </a:lnTo>
                  <a:lnTo>
                    <a:pt x="71437" y="1609725"/>
                  </a:lnTo>
                  <a:lnTo>
                    <a:pt x="66751" y="1609725"/>
                  </a:lnTo>
                  <a:lnTo>
                    <a:pt x="62102" y="1609267"/>
                  </a:lnTo>
                  <a:lnTo>
                    <a:pt x="57502" y="1608353"/>
                  </a:lnTo>
                  <a:lnTo>
                    <a:pt x="52901" y="1607439"/>
                  </a:lnTo>
                  <a:lnTo>
                    <a:pt x="48434" y="1606086"/>
                  </a:lnTo>
                  <a:lnTo>
                    <a:pt x="44100" y="1604286"/>
                  </a:lnTo>
                  <a:lnTo>
                    <a:pt x="39766" y="1602495"/>
                  </a:lnTo>
                  <a:lnTo>
                    <a:pt x="20926" y="1588798"/>
                  </a:lnTo>
                  <a:lnTo>
                    <a:pt x="17602" y="1585483"/>
                  </a:lnTo>
                  <a:lnTo>
                    <a:pt x="14639" y="1581873"/>
                  </a:lnTo>
                  <a:lnTo>
                    <a:pt x="12039" y="1577978"/>
                  </a:lnTo>
                  <a:lnTo>
                    <a:pt x="9429" y="1574072"/>
                  </a:lnTo>
                  <a:lnTo>
                    <a:pt x="7229" y="1569958"/>
                  </a:lnTo>
                  <a:lnTo>
                    <a:pt x="5438" y="1565624"/>
                  </a:lnTo>
                  <a:lnTo>
                    <a:pt x="3638" y="1561290"/>
                  </a:lnTo>
                  <a:lnTo>
                    <a:pt x="2286" y="1556823"/>
                  </a:lnTo>
                  <a:lnTo>
                    <a:pt x="1371" y="1552222"/>
                  </a:lnTo>
                  <a:lnTo>
                    <a:pt x="457" y="1547621"/>
                  </a:lnTo>
                  <a:lnTo>
                    <a:pt x="0" y="1542973"/>
                  </a:lnTo>
                  <a:lnTo>
                    <a:pt x="0" y="1538287"/>
                  </a:lnTo>
                  <a:close/>
                </a:path>
              </a:pathLst>
            </a:custGeom>
            <a:ln w="9524">
              <a:solidFill>
                <a:srgbClr val="E8ECE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7000" y="1600200"/>
              <a:ext cx="1714499" cy="114299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8369300" y="1410962"/>
            <a:ext cx="2995930" cy="1200008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pc="-50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An</a:t>
            </a:r>
            <a:r>
              <a:rPr spc="-50" dirty="0">
                <a:solidFill>
                  <a:srgbClr val="007BFF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pc="-50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lisis</a:t>
            </a:r>
            <a:r>
              <a:rPr spc="-120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pc="-10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Di</a:t>
            </a:r>
            <a:r>
              <a:rPr spc="-10" dirty="0">
                <a:solidFill>
                  <a:srgbClr val="007BFF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pc="-10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gnostik</a:t>
            </a:r>
            <a:endParaRPr dirty="0">
              <a:latin typeface="Arial Rounded MT Bold" panose="020F0704030504030204" pitchFamily="34" charset="0"/>
              <a:cs typeface="Lucida Sans"/>
            </a:endParaRPr>
          </a:p>
          <a:p>
            <a:pPr marL="12700" marR="5080">
              <a:lnSpc>
                <a:spcPct val="112500"/>
              </a:lnSpc>
              <a:spcBef>
                <a:spcPts val="565"/>
              </a:spcBef>
            </a:pP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Pros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in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v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st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ig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as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mend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l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m</a:t>
            </a:r>
            <a:r>
              <a:rPr sz="13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u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tu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 </a:t>
            </a:r>
            <a:r>
              <a:rPr sz="13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menc</a:t>
            </a:r>
            <a:r>
              <a:rPr sz="13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ar</a:t>
            </a:r>
            <a:r>
              <a:rPr sz="13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ar</a:t>
            </a:r>
            <a:r>
              <a:rPr sz="13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p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en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y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eb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b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ar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kej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di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 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atau 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tr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en</a:t>
            </a:r>
            <a:r>
              <a:rPr sz="1300" spc="-6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ya</a:t>
            </a:r>
            <a:r>
              <a:rPr sz="130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ng</a:t>
            </a:r>
            <a:r>
              <a:rPr sz="1300" spc="-6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su</a:t>
            </a:r>
            <a:r>
              <a:rPr sz="13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</a:t>
            </a:r>
            <a:r>
              <a:rPr sz="13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h</a:t>
            </a:r>
            <a:r>
              <a:rPr sz="1300" spc="-6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be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r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l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l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u.</a:t>
            </a:r>
            <a:endParaRPr sz="1300" dirty="0">
              <a:latin typeface="Arial Rounded MT Bold" panose="020F0704030504030204" pitchFamily="34" charset="0"/>
              <a:cs typeface="Lucida San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81025" y="4381487"/>
            <a:ext cx="11030585" cy="504825"/>
          </a:xfrm>
          <a:custGeom>
            <a:avLst/>
            <a:gdLst/>
            <a:ahLst/>
            <a:cxnLst/>
            <a:rect l="l" t="t" r="r" b="b"/>
            <a:pathLst>
              <a:path w="11030585" h="504825">
                <a:moveTo>
                  <a:pt x="11029963" y="66713"/>
                </a:moveTo>
                <a:lnTo>
                  <a:pt x="11018723" y="29641"/>
                </a:lnTo>
                <a:lnTo>
                  <a:pt x="10988777" y="5080"/>
                </a:lnTo>
                <a:lnTo>
                  <a:pt x="10963275" y="0"/>
                </a:lnTo>
                <a:lnTo>
                  <a:pt x="6619875" y="0"/>
                </a:lnTo>
                <a:lnTo>
                  <a:pt x="2200275" y="12"/>
                </a:lnTo>
                <a:lnTo>
                  <a:pt x="66675" y="0"/>
                </a:lnTo>
                <a:lnTo>
                  <a:pt x="29616" y="11252"/>
                </a:lnTo>
                <a:lnTo>
                  <a:pt x="5067" y="41160"/>
                </a:lnTo>
                <a:lnTo>
                  <a:pt x="0" y="66713"/>
                </a:lnTo>
                <a:lnTo>
                  <a:pt x="0" y="504825"/>
                </a:lnTo>
                <a:lnTo>
                  <a:pt x="2200275" y="504825"/>
                </a:lnTo>
                <a:lnTo>
                  <a:pt x="6619875" y="504825"/>
                </a:lnTo>
                <a:lnTo>
                  <a:pt x="11029963" y="504825"/>
                </a:lnTo>
                <a:lnTo>
                  <a:pt x="11029963" y="66713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>
              <a:latin typeface="Arial Rounded MT Bold" panose="020F0704030504030204" pitchFamily="34" charset="0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81025" y="5343509"/>
            <a:ext cx="11030585" cy="476250"/>
            <a:chOff x="581025" y="5343509"/>
            <a:chExt cx="11030585" cy="476250"/>
          </a:xfrm>
        </p:grpSpPr>
        <p:sp>
          <p:nvSpPr>
            <p:cNvPr id="17" name="object 17"/>
            <p:cNvSpPr/>
            <p:nvPr/>
          </p:nvSpPr>
          <p:spPr>
            <a:xfrm>
              <a:off x="581025" y="5353037"/>
              <a:ext cx="11030585" cy="466725"/>
            </a:xfrm>
            <a:custGeom>
              <a:avLst/>
              <a:gdLst/>
              <a:ahLst/>
              <a:cxnLst/>
              <a:rect l="l" t="t" r="r" b="b"/>
              <a:pathLst>
                <a:path w="11030585" h="466725">
                  <a:moveTo>
                    <a:pt x="11029963" y="0"/>
                  </a:moveTo>
                  <a:lnTo>
                    <a:pt x="6619875" y="0"/>
                  </a:lnTo>
                  <a:lnTo>
                    <a:pt x="2200275" y="0"/>
                  </a:lnTo>
                  <a:lnTo>
                    <a:pt x="0" y="0"/>
                  </a:lnTo>
                  <a:lnTo>
                    <a:pt x="0" y="466725"/>
                  </a:lnTo>
                  <a:lnTo>
                    <a:pt x="2200275" y="466725"/>
                  </a:lnTo>
                  <a:lnTo>
                    <a:pt x="6619875" y="466725"/>
                  </a:lnTo>
                  <a:lnTo>
                    <a:pt x="11029963" y="466725"/>
                  </a:lnTo>
                  <a:lnTo>
                    <a:pt x="11029963" y="0"/>
                  </a:lnTo>
                  <a:close/>
                </a:path>
              </a:pathLst>
            </a:custGeom>
            <a:solidFill>
              <a:srgbClr val="F7F9FA"/>
            </a:solidFill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581025" y="5343512"/>
              <a:ext cx="11030585" cy="476250"/>
            </a:xfrm>
            <a:custGeom>
              <a:avLst/>
              <a:gdLst/>
              <a:ahLst/>
              <a:cxnLst/>
              <a:rect l="l" t="t" r="r" b="b"/>
              <a:pathLst>
                <a:path w="11030585" h="476250">
                  <a:moveTo>
                    <a:pt x="11029963" y="466725"/>
                  </a:moveTo>
                  <a:lnTo>
                    <a:pt x="6619875" y="466725"/>
                  </a:lnTo>
                  <a:lnTo>
                    <a:pt x="2200275" y="466725"/>
                  </a:lnTo>
                  <a:lnTo>
                    <a:pt x="0" y="466725"/>
                  </a:lnTo>
                  <a:lnTo>
                    <a:pt x="0" y="476250"/>
                  </a:lnTo>
                  <a:lnTo>
                    <a:pt x="2200275" y="476250"/>
                  </a:lnTo>
                  <a:lnTo>
                    <a:pt x="6619875" y="476250"/>
                  </a:lnTo>
                  <a:lnTo>
                    <a:pt x="11029963" y="476250"/>
                  </a:lnTo>
                  <a:lnTo>
                    <a:pt x="11029963" y="466725"/>
                  </a:lnTo>
                  <a:close/>
                </a:path>
                <a:path w="11030585" h="476250">
                  <a:moveTo>
                    <a:pt x="11029963" y="0"/>
                  </a:moveTo>
                  <a:lnTo>
                    <a:pt x="6619875" y="0"/>
                  </a:lnTo>
                  <a:lnTo>
                    <a:pt x="2200275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2200275" y="9525"/>
                  </a:lnTo>
                  <a:lnTo>
                    <a:pt x="6619875" y="9525"/>
                  </a:lnTo>
                  <a:lnTo>
                    <a:pt x="11029963" y="9525"/>
                  </a:lnTo>
                  <a:lnTo>
                    <a:pt x="11029963" y="0"/>
                  </a:lnTo>
                  <a:close/>
                </a:path>
              </a:pathLst>
            </a:custGeom>
            <a:solidFill>
              <a:srgbClr val="E8ECEF"/>
            </a:solidFill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923828" y="4488660"/>
            <a:ext cx="1560195" cy="24750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spc="-25" dirty="0">
                <a:solidFill>
                  <a:srgbClr val="FFFFFF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500" spc="-25" dirty="0">
                <a:solidFill>
                  <a:srgbClr val="FFFFFF"/>
                </a:solidFill>
                <a:latin typeface="Arial Rounded MT Bold" panose="020F0704030504030204" pitchFamily="34" charset="0"/>
                <a:cs typeface="Lucida Sans"/>
              </a:rPr>
              <a:t>n</a:t>
            </a:r>
            <a:r>
              <a:rPr sz="1450" spc="-25" dirty="0">
                <a:solidFill>
                  <a:srgbClr val="FFFFFF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1500" spc="-25" dirty="0">
                <a:solidFill>
                  <a:srgbClr val="FFFFFF"/>
                </a:solidFill>
                <a:latin typeface="Arial Rounded MT Bold" panose="020F0704030504030204" pitchFamily="34" charset="0"/>
                <a:cs typeface="Lucida Sans"/>
              </a:rPr>
              <a:t>li</a:t>
            </a:r>
            <a:r>
              <a:rPr sz="1350" spc="-25" dirty="0">
                <a:solidFill>
                  <a:srgbClr val="FFFFFF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sz="1500" spc="-25" dirty="0">
                <a:solidFill>
                  <a:srgbClr val="FFFFFF"/>
                </a:solidFill>
                <a:latin typeface="Arial Rounded MT Bold" panose="020F0704030504030204" pitchFamily="34" charset="0"/>
                <a:cs typeface="Lucida Sans"/>
              </a:rPr>
              <a:t>i</a:t>
            </a:r>
            <a:r>
              <a:rPr sz="1350" spc="-25" dirty="0">
                <a:solidFill>
                  <a:srgbClr val="FFFFFF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sz="1350" spc="-55" dirty="0">
                <a:solidFill>
                  <a:srgbClr val="FFFFFF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450" spc="-30" dirty="0">
                <a:solidFill>
                  <a:srgbClr val="FFFFFF"/>
                </a:solidFill>
                <a:latin typeface="Arial Rounded MT Bold" panose="020F0704030504030204" pitchFamily="34" charset="0"/>
                <a:cs typeface="Lucida Sans"/>
              </a:rPr>
              <a:t>D</a:t>
            </a:r>
            <a:r>
              <a:rPr sz="1500" spc="-30" dirty="0">
                <a:solidFill>
                  <a:srgbClr val="FFFFFF"/>
                </a:solidFill>
                <a:latin typeface="Arial Rounded MT Bold" panose="020F0704030504030204" pitchFamily="34" charset="0"/>
                <a:cs typeface="Lucida Sans"/>
              </a:rPr>
              <a:t>e</a:t>
            </a:r>
            <a:r>
              <a:rPr sz="1350" spc="-30" dirty="0">
                <a:solidFill>
                  <a:srgbClr val="FFFFFF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sz="1500" spc="-30" dirty="0">
                <a:solidFill>
                  <a:srgbClr val="FFFFFF"/>
                </a:solidFill>
                <a:latin typeface="Arial Rounded MT Bold" panose="020F0704030504030204" pitchFamily="34" charset="0"/>
                <a:cs typeface="Lucida Sans"/>
              </a:rPr>
              <a:t>k</a:t>
            </a:r>
            <a:r>
              <a:rPr sz="1350" spc="-30" dirty="0">
                <a:solidFill>
                  <a:srgbClr val="FFFFFF"/>
                </a:solidFill>
                <a:latin typeface="Arial Rounded MT Bold" panose="020F0704030504030204" pitchFamily="34" charset="0"/>
                <a:cs typeface="Lucida Sans"/>
              </a:rPr>
              <a:t>r</a:t>
            </a:r>
            <a:r>
              <a:rPr sz="1500" spc="-30" dirty="0">
                <a:solidFill>
                  <a:srgbClr val="FFFFFF"/>
                </a:solidFill>
                <a:latin typeface="Arial Rounded MT Bold" panose="020F0704030504030204" pitchFamily="34" charset="0"/>
                <a:cs typeface="Lucida Sans"/>
              </a:rPr>
              <a:t>i</a:t>
            </a:r>
            <a:r>
              <a:rPr sz="1350" spc="-30" dirty="0">
                <a:solidFill>
                  <a:srgbClr val="FFFFFF"/>
                </a:solidFill>
                <a:latin typeface="Arial Rounded MT Bold" panose="020F0704030504030204" pitchFamily="34" charset="0"/>
                <a:cs typeface="Lucida Sans"/>
              </a:rPr>
              <a:t>pt</a:t>
            </a:r>
            <a:r>
              <a:rPr sz="1500" spc="-30" dirty="0">
                <a:solidFill>
                  <a:srgbClr val="FFFFFF"/>
                </a:solidFill>
                <a:latin typeface="Arial Rounded MT Bold" panose="020F0704030504030204" pitchFamily="34" charset="0"/>
                <a:cs typeface="Lucida Sans"/>
              </a:rPr>
              <a:t>if</a:t>
            </a:r>
            <a:endParaRPr sz="1500" dirty="0">
              <a:latin typeface="Arial Rounded MT Bold" panose="020F0704030504030204" pitchFamily="34" charset="0"/>
              <a:cs typeface="Lucida San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339562" y="4488660"/>
            <a:ext cx="1632585" cy="24750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spc="-25" dirty="0">
                <a:solidFill>
                  <a:srgbClr val="FFFFFF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500" spc="-25" dirty="0">
                <a:solidFill>
                  <a:srgbClr val="FFFFFF"/>
                </a:solidFill>
                <a:latin typeface="Arial Rounded MT Bold" panose="020F0704030504030204" pitchFamily="34" charset="0"/>
                <a:cs typeface="Lucida Sans"/>
              </a:rPr>
              <a:t>n</a:t>
            </a:r>
            <a:r>
              <a:rPr sz="1450" spc="-25" dirty="0">
                <a:solidFill>
                  <a:srgbClr val="FFFFFF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1500" spc="-25" dirty="0">
                <a:solidFill>
                  <a:srgbClr val="FFFFFF"/>
                </a:solidFill>
                <a:latin typeface="Arial Rounded MT Bold" panose="020F0704030504030204" pitchFamily="34" charset="0"/>
                <a:cs typeface="Lucida Sans"/>
              </a:rPr>
              <a:t>li</a:t>
            </a:r>
            <a:r>
              <a:rPr sz="1350" spc="-25" dirty="0">
                <a:solidFill>
                  <a:srgbClr val="FFFFFF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sz="1500" spc="-25" dirty="0">
                <a:solidFill>
                  <a:srgbClr val="FFFFFF"/>
                </a:solidFill>
                <a:latin typeface="Arial Rounded MT Bold" panose="020F0704030504030204" pitchFamily="34" charset="0"/>
                <a:cs typeface="Lucida Sans"/>
              </a:rPr>
              <a:t>i</a:t>
            </a:r>
            <a:r>
              <a:rPr sz="1350" spc="-25" dirty="0">
                <a:solidFill>
                  <a:srgbClr val="FFFFFF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sz="1350" spc="-55" dirty="0">
                <a:solidFill>
                  <a:srgbClr val="FFFFFF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450" spc="-40" dirty="0">
                <a:solidFill>
                  <a:srgbClr val="FFFFFF"/>
                </a:solidFill>
                <a:latin typeface="Arial Rounded MT Bold" panose="020F0704030504030204" pitchFamily="34" charset="0"/>
                <a:cs typeface="Lucida Sans"/>
              </a:rPr>
              <a:t>D</a:t>
            </a:r>
            <a:r>
              <a:rPr sz="1500" spc="-40" dirty="0">
                <a:solidFill>
                  <a:srgbClr val="FFFFFF"/>
                </a:solidFill>
                <a:latin typeface="Arial Rounded MT Bold" panose="020F0704030504030204" pitchFamily="34" charset="0"/>
                <a:cs typeface="Lucida Sans"/>
              </a:rPr>
              <a:t>i</a:t>
            </a:r>
            <a:r>
              <a:rPr sz="1450" spc="-40" dirty="0">
                <a:solidFill>
                  <a:srgbClr val="FFFFFF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1500" spc="-40" dirty="0">
                <a:solidFill>
                  <a:srgbClr val="FFFFFF"/>
                </a:solidFill>
                <a:latin typeface="Arial Rounded MT Bold" panose="020F0704030504030204" pitchFamily="34" charset="0"/>
                <a:cs typeface="Lucida Sans"/>
              </a:rPr>
              <a:t>gn</a:t>
            </a:r>
            <a:r>
              <a:rPr sz="1350" spc="-40" dirty="0">
                <a:solidFill>
                  <a:srgbClr val="FFFFFF"/>
                </a:solidFill>
                <a:latin typeface="Arial Rounded MT Bold" panose="020F0704030504030204" pitchFamily="34" charset="0"/>
                <a:cs typeface="Lucida Sans"/>
              </a:rPr>
              <a:t>ost</a:t>
            </a:r>
            <a:r>
              <a:rPr sz="1500" spc="-40" dirty="0">
                <a:solidFill>
                  <a:srgbClr val="FFFFFF"/>
                </a:solidFill>
                <a:latin typeface="Arial Rounded MT Bold" panose="020F0704030504030204" pitchFamily="34" charset="0"/>
                <a:cs typeface="Lucida Sans"/>
              </a:rPr>
              <a:t>ik</a:t>
            </a:r>
            <a:endParaRPr sz="1500">
              <a:latin typeface="Arial Rounded MT Bold" panose="020F0704030504030204" pitchFamily="34" charset="0"/>
              <a:cs typeface="Lucida San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20725" y="4986516"/>
            <a:ext cx="1336675" cy="22185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spc="-45" dirty="0">
                <a:solidFill>
                  <a:srgbClr val="003366"/>
                </a:solidFill>
                <a:latin typeface="Arial Rounded MT Bold" panose="020F0704030504030204" pitchFamily="34" charset="0"/>
                <a:cs typeface="Trebuchet MS"/>
              </a:rPr>
              <a:t>T</a:t>
            </a:r>
            <a:r>
              <a:rPr sz="1300" spc="-45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uju</a:t>
            </a:r>
            <a:r>
              <a:rPr sz="1300" spc="-45" dirty="0">
                <a:solidFill>
                  <a:srgbClr val="003366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1300" spc="-45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n</a:t>
            </a:r>
            <a:r>
              <a:rPr sz="1300" spc="-12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300" spc="-10" dirty="0">
                <a:solidFill>
                  <a:srgbClr val="003366"/>
                </a:solidFill>
                <a:latin typeface="Arial Rounded MT Bold" panose="020F0704030504030204" pitchFamily="34" charset="0"/>
                <a:cs typeface="Trebuchet MS"/>
              </a:rPr>
              <a:t>U</a:t>
            </a:r>
            <a:r>
              <a:rPr sz="1300" spc="-1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300" spc="-10" dirty="0">
                <a:solidFill>
                  <a:srgbClr val="003366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1300" spc="-1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m</a:t>
            </a:r>
            <a:r>
              <a:rPr sz="1300" spc="-10" dirty="0">
                <a:solidFill>
                  <a:srgbClr val="003366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endParaRPr sz="1300" dirty="0">
              <a:latin typeface="Arial Rounded MT Bold" panose="020F0704030504030204" pitchFamily="34" charset="0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923828" y="4989814"/>
            <a:ext cx="3629372" cy="20197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M</a:t>
            </a:r>
            <a:r>
              <a:rPr sz="12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enjel</a:t>
            </a:r>
            <a:r>
              <a:rPr sz="12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as</a:t>
            </a:r>
            <a:r>
              <a:rPr sz="12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</a:t>
            </a:r>
            <a:r>
              <a:rPr sz="12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2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2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2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apa</a:t>
            </a:r>
            <a:r>
              <a:rPr sz="12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20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ya</a:t>
            </a:r>
            <a:r>
              <a:rPr sz="120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ng</a:t>
            </a:r>
            <a:r>
              <a:rPr sz="12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2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2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el</a:t>
            </a:r>
            <a:r>
              <a:rPr sz="12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2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h</a:t>
            </a:r>
            <a:r>
              <a:rPr sz="12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2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2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</a:t>
            </a:r>
            <a:r>
              <a:rPr sz="12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r</a:t>
            </a:r>
            <a:r>
              <a:rPr sz="12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j</a:t>
            </a:r>
            <a:r>
              <a:rPr sz="12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2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di</a:t>
            </a:r>
            <a:r>
              <a:rPr sz="12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2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di</a:t>
            </a:r>
            <a:r>
              <a:rPr sz="12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2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m</a:t>
            </a:r>
            <a:r>
              <a:rPr sz="12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lang="en-US" sz="12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sz="12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2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2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l</a:t>
            </a:r>
            <a:r>
              <a:rPr sz="12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2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l</a:t>
            </a:r>
            <a:r>
              <a:rPr sz="12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u.</a:t>
            </a:r>
            <a:endParaRPr sz="1200" dirty="0">
              <a:latin typeface="Arial Rounded MT Bold" panose="020F0704030504030204" pitchFamily="34" charset="0"/>
              <a:cs typeface="Lucida San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339562" y="4989814"/>
            <a:ext cx="3904700" cy="20197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M</a:t>
            </a:r>
            <a:r>
              <a:rPr sz="12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enjel</a:t>
            </a:r>
            <a:r>
              <a:rPr sz="12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as</a:t>
            </a:r>
            <a:r>
              <a:rPr sz="12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</a:t>
            </a:r>
            <a:r>
              <a:rPr sz="12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2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2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2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2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l</a:t>
            </a:r>
            <a:r>
              <a:rPr sz="12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asa</a:t>
            </a:r>
            <a:r>
              <a:rPr sz="12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2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2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atau</a:t>
            </a:r>
            <a:r>
              <a:rPr sz="12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2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meng</a:t>
            </a:r>
            <a:r>
              <a:rPr sz="12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apa</a:t>
            </a:r>
            <a:r>
              <a:rPr sz="12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2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h</a:t>
            </a:r>
            <a:r>
              <a:rPr sz="12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2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l</a:t>
            </a:r>
            <a:r>
              <a:rPr sz="12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2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</a:t>
            </a:r>
            <a:r>
              <a:rPr sz="12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tu</a:t>
            </a:r>
            <a:r>
              <a:rPr sz="12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2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2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</a:t>
            </a:r>
            <a:r>
              <a:rPr sz="12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r</a:t>
            </a:r>
            <a:r>
              <a:rPr sz="12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j</a:t>
            </a:r>
            <a:r>
              <a:rPr sz="12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2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di</a:t>
            </a:r>
            <a:r>
              <a:rPr sz="12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.</a:t>
            </a:r>
            <a:endParaRPr sz="1200" dirty="0">
              <a:latin typeface="Arial Rounded MT Bold" panose="020F0704030504030204" pitchFamily="34" charset="0"/>
              <a:cs typeface="Lucida San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20725" y="5453241"/>
            <a:ext cx="1803399" cy="22185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spc="-45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Contoh</a:t>
            </a:r>
            <a:r>
              <a:rPr sz="1300" spc="-95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300" spc="-10" dirty="0">
                <a:solidFill>
                  <a:srgbClr val="003366"/>
                </a:solidFill>
                <a:latin typeface="Arial Rounded MT Bold" panose="020F0704030504030204" pitchFamily="34" charset="0"/>
                <a:cs typeface="Trebuchet MS"/>
              </a:rPr>
              <a:t>P</a:t>
            </a:r>
            <a:r>
              <a:rPr sz="1300" spc="-1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ert</a:t>
            </a:r>
            <a:r>
              <a:rPr sz="1300" spc="-10" dirty="0">
                <a:solidFill>
                  <a:srgbClr val="003366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1300" spc="-1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ny</a:t>
            </a:r>
            <a:r>
              <a:rPr sz="1300" spc="-10" dirty="0">
                <a:solidFill>
                  <a:srgbClr val="003366"/>
                </a:solidFill>
                <a:latin typeface="Arial Rounded MT Bold" panose="020F0704030504030204" pitchFamily="34" charset="0"/>
                <a:cs typeface="Trebuchet MS"/>
              </a:rPr>
              <a:t>aa</a:t>
            </a:r>
            <a:r>
              <a:rPr sz="1300" spc="-1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n</a:t>
            </a:r>
            <a:endParaRPr sz="1300" dirty="0">
              <a:latin typeface="Arial Rounded MT Bold" panose="020F0704030504030204" pitchFamily="34" charset="0"/>
              <a:cs typeface="Lucida San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923827" y="5456539"/>
            <a:ext cx="3450589" cy="20197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"B</a:t>
            </a:r>
            <a:r>
              <a:rPr sz="12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</a:t>
            </a:r>
            <a:r>
              <a:rPr sz="12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rapa</a:t>
            </a:r>
            <a:r>
              <a:rPr sz="12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2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b</a:t>
            </a:r>
            <a:r>
              <a:rPr sz="12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2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2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ya</a:t>
            </a:r>
            <a:r>
              <a:rPr sz="12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</a:t>
            </a:r>
            <a:r>
              <a:rPr sz="12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2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tota</a:t>
            </a:r>
            <a:r>
              <a:rPr sz="12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l</a:t>
            </a:r>
            <a:r>
              <a:rPr sz="12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2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p</a:t>
            </a:r>
            <a:r>
              <a:rPr sz="12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enj</a:t>
            </a:r>
            <a:r>
              <a:rPr sz="12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ua</a:t>
            </a:r>
            <a:r>
              <a:rPr sz="12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l</a:t>
            </a:r>
            <a:r>
              <a:rPr sz="12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2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2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2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b</a:t>
            </a:r>
            <a:r>
              <a:rPr sz="12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u</a:t>
            </a:r>
            <a:r>
              <a:rPr sz="12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l</a:t>
            </a:r>
            <a:r>
              <a:rPr sz="12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2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2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2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l</a:t>
            </a:r>
            <a:r>
              <a:rPr sz="12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2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l</a:t>
            </a:r>
            <a:r>
              <a:rPr sz="12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u?"</a:t>
            </a:r>
            <a:endParaRPr sz="1200" dirty="0">
              <a:latin typeface="Arial Rounded MT Bold" panose="020F0704030504030204" pitchFamily="34" charset="0"/>
              <a:cs typeface="Lucida San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339562" y="5456539"/>
            <a:ext cx="3904700" cy="20197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2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"</a:t>
            </a:r>
            <a:r>
              <a:rPr lang="en-US" sz="1200" spc="-20" dirty="0" err="1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M</a:t>
            </a:r>
            <a:r>
              <a:rPr lang="en-US" sz="1200" spc="-20" dirty="0" err="1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eng</a:t>
            </a:r>
            <a:r>
              <a:rPr lang="en-US" sz="1200" spc="-20" dirty="0" err="1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apa</a:t>
            </a:r>
            <a:r>
              <a:rPr lang="en-US" sz="12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lang="en-US" sz="1200" spc="-55" dirty="0" err="1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p</a:t>
            </a:r>
            <a:r>
              <a:rPr lang="en-US" sz="1200" spc="-55" dirty="0" err="1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enj</a:t>
            </a:r>
            <a:r>
              <a:rPr lang="en-US" sz="1200" spc="-55" dirty="0" err="1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ua</a:t>
            </a:r>
            <a:r>
              <a:rPr lang="en-US" sz="1200" spc="-55" dirty="0" err="1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l</a:t>
            </a:r>
            <a:r>
              <a:rPr lang="en-US" sz="1200" spc="-55" dirty="0" err="1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lang="en-US" sz="1200" spc="-55" dirty="0" err="1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lang="en-US" sz="12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lang="en-US" sz="1200" spc="-45" dirty="0" err="1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turu</a:t>
            </a:r>
            <a:r>
              <a:rPr lang="en-US" sz="1200" spc="-45" dirty="0" err="1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lang="en-US" sz="12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lang="en-US" sz="1200" spc="-20" dirty="0" err="1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</a:t>
            </a:r>
            <a:r>
              <a:rPr lang="en-US" sz="1200" spc="-20" dirty="0" err="1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rast</a:t>
            </a:r>
            <a:r>
              <a:rPr lang="en-US" sz="1200" spc="-20" dirty="0" err="1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</a:t>
            </a:r>
            <a:r>
              <a:rPr lang="en-US" sz="1200" spc="-20" dirty="0" err="1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lang="en-US" sz="12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lang="en-US" sz="12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di</a:t>
            </a:r>
            <a:r>
              <a:rPr lang="en-US" sz="12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lang="en-US" sz="12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w</a:t>
            </a:r>
            <a:r>
              <a:rPr lang="en-US" sz="12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il</a:t>
            </a:r>
            <a:r>
              <a:rPr lang="en-US" sz="12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aya</a:t>
            </a:r>
            <a:r>
              <a:rPr lang="en-US" sz="12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h </a:t>
            </a:r>
            <a:r>
              <a:rPr lang="en-US" sz="12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X?"</a:t>
            </a:r>
            <a:endParaRPr sz="1200" dirty="0">
              <a:latin typeface="Arial Rounded MT Bold" panose="020F0704030504030204" pitchFamily="34" charset="0"/>
              <a:cs typeface="Lucida San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339562" y="5923264"/>
            <a:ext cx="3904700" cy="20197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Dr</a:t>
            </a:r>
            <a:r>
              <a:rPr sz="12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ill</a:t>
            </a:r>
            <a:r>
              <a:rPr sz="12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-</a:t>
            </a:r>
            <a:r>
              <a:rPr sz="12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</a:t>
            </a:r>
            <a:r>
              <a:rPr sz="12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ow</a:t>
            </a:r>
            <a:r>
              <a:rPr sz="12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2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,</a:t>
            </a:r>
            <a:r>
              <a:rPr sz="12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200" spc="-6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Data</a:t>
            </a:r>
            <a:r>
              <a:rPr sz="12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2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D</a:t>
            </a:r>
            <a:r>
              <a:rPr sz="12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</a:t>
            </a:r>
            <a:r>
              <a:rPr sz="12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sz="12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c</a:t>
            </a:r>
            <a:r>
              <a:rPr sz="12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ov</a:t>
            </a:r>
            <a:r>
              <a:rPr sz="12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</a:t>
            </a:r>
            <a:r>
              <a:rPr sz="12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ry, </a:t>
            </a:r>
            <a:r>
              <a:rPr sz="12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Kor</a:t>
            </a:r>
            <a:r>
              <a:rPr sz="12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el</a:t>
            </a:r>
            <a:r>
              <a:rPr sz="12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as</a:t>
            </a:r>
            <a:r>
              <a:rPr sz="12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</a:t>
            </a:r>
            <a:r>
              <a:rPr sz="12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,</a:t>
            </a:r>
            <a:r>
              <a:rPr sz="12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200" spc="-6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Data</a:t>
            </a:r>
            <a:r>
              <a:rPr sz="12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2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M</a:t>
            </a:r>
            <a:r>
              <a:rPr sz="12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ining</a:t>
            </a:r>
            <a:r>
              <a:rPr sz="12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.</a:t>
            </a:r>
            <a:endParaRPr sz="1200" dirty="0">
              <a:latin typeface="Arial Rounded MT Bold" panose="020F0704030504030204" pitchFamily="34" charset="0"/>
              <a:cs typeface="Lucida San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58800" y="5919966"/>
            <a:ext cx="6146800" cy="47577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74625">
              <a:lnSpc>
                <a:spcPct val="100000"/>
              </a:lnSpc>
              <a:spcBef>
                <a:spcPts val="110"/>
              </a:spcBef>
              <a:tabLst>
                <a:tab pos="2377440" algn="l"/>
              </a:tabLst>
            </a:pPr>
            <a:r>
              <a:rPr lang="en-US" sz="1300" spc="-85" dirty="0">
                <a:solidFill>
                  <a:srgbClr val="003366"/>
                </a:solidFill>
                <a:latin typeface="Arial Rounded MT Bold" panose="020F0704030504030204" pitchFamily="34" charset="0"/>
                <a:cs typeface="Trebuchet MS"/>
              </a:rPr>
              <a:t>T</a:t>
            </a:r>
            <a:r>
              <a:rPr lang="en-US" sz="1300" spc="-85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eknik</a:t>
            </a:r>
            <a:r>
              <a:rPr lang="en-US" sz="1300" spc="-95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lang="en-US" sz="1300" spc="-20" dirty="0">
                <a:solidFill>
                  <a:srgbClr val="003366"/>
                </a:solidFill>
                <a:latin typeface="Arial Rounded MT Bold" panose="020F0704030504030204" pitchFamily="34" charset="0"/>
                <a:cs typeface="Trebuchet MS"/>
              </a:rPr>
              <a:t>U</a:t>
            </a:r>
            <a:r>
              <a:rPr lang="en-US" sz="1300" spc="-2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lang="en-US" sz="1300" spc="-20" dirty="0">
                <a:solidFill>
                  <a:srgbClr val="003366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lang="en-US" sz="1300" spc="-2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m</a:t>
            </a:r>
            <a:r>
              <a:rPr lang="en-US" sz="1300" spc="-20" dirty="0">
                <a:solidFill>
                  <a:srgbClr val="003366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1300" dirty="0">
                <a:solidFill>
                  <a:srgbClr val="003366"/>
                </a:solidFill>
                <a:latin typeface="Arial Rounded MT Bold" panose="020F0704030504030204" pitchFamily="34" charset="0"/>
                <a:cs typeface="Trebuchet MS"/>
              </a:rPr>
              <a:t>	</a:t>
            </a:r>
            <a:r>
              <a:rPr sz="12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2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g</a:t>
            </a:r>
            <a:r>
              <a:rPr sz="12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r</a:t>
            </a:r>
            <a:r>
              <a:rPr sz="12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eg</a:t>
            </a:r>
            <a:r>
              <a:rPr sz="12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as</a:t>
            </a:r>
            <a:r>
              <a:rPr sz="12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</a:t>
            </a:r>
            <a:r>
              <a:rPr sz="12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2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</a:t>
            </a:r>
            <a:r>
              <a:rPr sz="12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ata,</a:t>
            </a:r>
            <a:r>
              <a:rPr sz="12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2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Ta</a:t>
            </a:r>
            <a:r>
              <a:rPr sz="12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b</a:t>
            </a:r>
            <a:r>
              <a:rPr sz="12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u</a:t>
            </a:r>
            <a:r>
              <a:rPr sz="12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l</a:t>
            </a:r>
            <a:r>
              <a:rPr sz="12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as</a:t>
            </a:r>
            <a:r>
              <a:rPr sz="12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</a:t>
            </a:r>
            <a:r>
              <a:rPr sz="12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,</a:t>
            </a:r>
            <a:r>
              <a:rPr sz="12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V</a:t>
            </a:r>
            <a:r>
              <a:rPr sz="12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</a:t>
            </a:r>
            <a:r>
              <a:rPr sz="12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sua</a:t>
            </a:r>
            <a:r>
              <a:rPr sz="12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li</a:t>
            </a:r>
            <a:r>
              <a:rPr sz="12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sas</a:t>
            </a:r>
            <a:r>
              <a:rPr sz="12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</a:t>
            </a:r>
            <a:r>
              <a:rPr sz="12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2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Gra</a:t>
            </a:r>
            <a:r>
              <a:rPr sz="12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fik</a:t>
            </a:r>
            <a:r>
              <a:rPr sz="12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2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Dasar.</a:t>
            </a:r>
            <a:endParaRPr sz="1200" dirty="0">
              <a:latin typeface="Arial Rounded MT Bold" panose="020F0704030504030204" pitchFamily="34" charset="0"/>
              <a:cs typeface="Lucida Sans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1200" dirty="0">
              <a:latin typeface="Arial Rounded MT Bold" panose="020F0704030504030204" pitchFamily="34" charset="0"/>
              <a:cs typeface="Lucida Sans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0815637" y="5481637"/>
            <a:ext cx="942975" cy="942975"/>
            <a:chOff x="10815637" y="5481637"/>
            <a:chExt cx="942975" cy="942975"/>
          </a:xfrm>
        </p:grpSpPr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15637" y="5481637"/>
              <a:ext cx="85725" cy="8572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72887" y="5481637"/>
              <a:ext cx="85725" cy="8572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44262" y="5910262"/>
              <a:ext cx="85725" cy="85725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15637" y="6338887"/>
              <a:ext cx="85725" cy="85725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72887" y="6338887"/>
              <a:ext cx="85725" cy="85725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10858500" y="5524500"/>
              <a:ext cx="857250" cy="857250"/>
            </a:xfrm>
            <a:custGeom>
              <a:avLst/>
              <a:gdLst/>
              <a:ahLst/>
              <a:cxnLst/>
              <a:rect l="l" t="t" r="r" b="b"/>
              <a:pathLst>
                <a:path w="857250" h="857250">
                  <a:moveTo>
                    <a:pt x="0" y="0"/>
                  </a:moveTo>
                  <a:lnTo>
                    <a:pt x="428625" y="428624"/>
                  </a:lnTo>
                </a:path>
                <a:path w="857250" h="857250">
                  <a:moveTo>
                    <a:pt x="857250" y="0"/>
                  </a:moveTo>
                  <a:lnTo>
                    <a:pt x="428625" y="428624"/>
                  </a:lnTo>
                </a:path>
                <a:path w="857250" h="857250">
                  <a:moveTo>
                    <a:pt x="0" y="857249"/>
                  </a:moveTo>
                  <a:lnTo>
                    <a:pt x="428625" y="428624"/>
                  </a:lnTo>
                </a:path>
                <a:path w="857250" h="857250">
                  <a:moveTo>
                    <a:pt x="857250" y="857249"/>
                  </a:moveTo>
                  <a:lnTo>
                    <a:pt x="428625" y="428624"/>
                  </a:lnTo>
                </a:path>
              </a:pathLst>
            </a:custGeom>
            <a:ln w="14287">
              <a:solidFill>
                <a:srgbClr val="6B747D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37" name="object 26">
            <a:extLst>
              <a:ext uri="{FF2B5EF4-FFF2-40B4-BE49-F238E27FC236}">
                <a16:creationId xmlns:a16="http://schemas.microsoft.com/office/drawing/2014/main" id="{75EB6CC8-2A18-4458-A708-B3BF4F41CB9B}"/>
              </a:ext>
            </a:extLst>
          </p:cNvPr>
          <p:cNvSpPr txBox="1"/>
          <p:nvPr/>
        </p:nvSpPr>
        <p:spPr>
          <a:xfrm>
            <a:off x="558800" y="6287372"/>
            <a:ext cx="4013200" cy="19171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spc="-3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©</a:t>
            </a:r>
            <a:r>
              <a:rPr sz="1150" spc="-6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150" spc="-85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2026</a:t>
            </a:r>
            <a:r>
              <a:rPr sz="1150" spc="-6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1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P</a:t>
            </a:r>
            <a:r>
              <a:rPr sz="11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eng</a:t>
            </a:r>
            <a:r>
              <a:rPr sz="11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1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0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1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0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r</a:t>
            </a:r>
            <a:r>
              <a:rPr sz="1050" spc="-3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li</a:t>
            </a:r>
            <a:r>
              <a:rPr sz="10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ik</a:t>
            </a:r>
            <a:r>
              <a:rPr sz="1150" spc="-45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150" spc="-5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Da</a:t>
            </a:r>
            <a:r>
              <a:rPr sz="1050" spc="-5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150" spc="-5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15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|</a:t>
            </a:r>
            <a:r>
              <a:rPr lang="en-US" sz="1150" spc="-6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 Cisco Networking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576262" y="1293918"/>
            <a:ext cx="11615738" cy="5828030"/>
            <a:chOff x="576262" y="1276984"/>
            <a:chExt cx="11615738" cy="58280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5000" y="4190999"/>
              <a:ext cx="2667000" cy="2667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90600" y="1276984"/>
              <a:ext cx="6398260" cy="5828030"/>
            </a:xfrm>
            <a:custGeom>
              <a:avLst/>
              <a:gdLst/>
              <a:ahLst/>
              <a:cxnLst/>
              <a:rect l="l" t="t" r="r" b="b"/>
              <a:pathLst>
                <a:path w="6398260" h="5828030">
                  <a:moveTo>
                    <a:pt x="6397751" y="5827775"/>
                  </a:moveTo>
                  <a:lnTo>
                    <a:pt x="0" y="5827775"/>
                  </a:lnTo>
                  <a:lnTo>
                    <a:pt x="0" y="0"/>
                  </a:lnTo>
                  <a:lnTo>
                    <a:pt x="6397751" y="0"/>
                  </a:lnTo>
                  <a:lnTo>
                    <a:pt x="6397751" y="350900"/>
                  </a:lnTo>
                  <a:lnTo>
                    <a:pt x="608075" y="350900"/>
                  </a:lnTo>
                  <a:lnTo>
                    <a:pt x="601507" y="351218"/>
                  </a:lnTo>
                  <a:lnTo>
                    <a:pt x="565798" y="366009"/>
                  </a:lnTo>
                  <a:lnTo>
                    <a:pt x="544255" y="398250"/>
                  </a:lnTo>
                  <a:lnTo>
                    <a:pt x="541400" y="417575"/>
                  </a:lnTo>
                  <a:lnTo>
                    <a:pt x="541400" y="5218175"/>
                  </a:lnTo>
                  <a:lnTo>
                    <a:pt x="552627" y="5255228"/>
                  </a:lnTo>
                  <a:lnTo>
                    <a:pt x="582561" y="5279775"/>
                  </a:lnTo>
                  <a:lnTo>
                    <a:pt x="608075" y="5284866"/>
                  </a:lnTo>
                  <a:lnTo>
                    <a:pt x="6397751" y="5284866"/>
                  </a:lnTo>
                  <a:lnTo>
                    <a:pt x="6397751" y="5827775"/>
                  </a:lnTo>
                  <a:close/>
                </a:path>
                <a:path w="6398260" h="5828030">
                  <a:moveTo>
                    <a:pt x="6397751" y="5284866"/>
                  </a:moveTo>
                  <a:lnTo>
                    <a:pt x="5789675" y="5284866"/>
                  </a:lnTo>
                  <a:lnTo>
                    <a:pt x="5796242" y="5284533"/>
                  </a:lnTo>
                  <a:lnTo>
                    <a:pt x="5802683" y="5283578"/>
                  </a:lnTo>
                  <a:lnTo>
                    <a:pt x="5836828" y="5265328"/>
                  </a:lnTo>
                  <a:lnTo>
                    <a:pt x="5855074" y="5231183"/>
                  </a:lnTo>
                  <a:lnTo>
                    <a:pt x="5856335" y="5218175"/>
                  </a:lnTo>
                  <a:lnTo>
                    <a:pt x="5856335" y="417575"/>
                  </a:lnTo>
                  <a:lnTo>
                    <a:pt x="5845126" y="380526"/>
                  </a:lnTo>
                  <a:lnTo>
                    <a:pt x="5815187" y="355975"/>
                  </a:lnTo>
                  <a:lnTo>
                    <a:pt x="5789675" y="350900"/>
                  </a:lnTo>
                  <a:lnTo>
                    <a:pt x="6397751" y="350900"/>
                  </a:lnTo>
                  <a:lnTo>
                    <a:pt x="6397751" y="5284866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 dirty="0">
                <a:latin typeface="Arial Rounded MT Bold" panose="020F0704030504030204" pitchFamily="34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576262" y="1376362"/>
              <a:ext cx="5324475" cy="4943475"/>
            </a:xfrm>
            <a:custGeom>
              <a:avLst/>
              <a:gdLst/>
              <a:ahLst/>
              <a:cxnLst/>
              <a:rect l="l" t="t" r="r" b="b"/>
              <a:pathLst>
                <a:path w="5324475" h="4943475">
                  <a:moveTo>
                    <a:pt x="5257723" y="4943475"/>
                  </a:moveTo>
                  <a:lnTo>
                    <a:pt x="66746" y="4943475"/>
                  </a:lnTo>
                  <a:lnTo>
                    <a:pt x="62101" y="4943017"/>
                  </a:lnTo>
                  <a:lnTo>
                    <a:pt x="24240" y="4925863"/>
                  </a:lnTo>
                  <a:lnTo>
                    <a:pt x="2287" y="4890573"/>
                  </a:lnTo>
                  <a:lnTo>
                    <a:pt x="0" y="4876723"/>
                  </a:lnTo>
                  <a:lnTo>
                    <a:pt x="0" y="4872037"/>
                  </a:lnTo>
                  <a:lnTo>
                    <a:pt x="0" y="66751"/>
                  </a:lnTo>
                  <a:lnTo>
                    <a:pt x="14645" y="27851"/>
                  </a:lnTo>
                  <a:lnTo>
                    <a:pt x="48432" y="3638"/>
                  </a:lnTo>
                  <a:lnTo>
                    <a:pt x="66746" y="0"/>
                  </a:lnTo>
                  <a:lnTo>
                    <a:pt x="5257723" y="0"/>
                  </a:lnTo>
                  <a:lnTo>
                    <a:pt x="5296623" y="14649"/>
                  </a:lnTo>
                  <a:lnTo>
                    <a:pt x="5320826" y="48434"/>
                  </a:lnTo>
                  <a:lnTo>
                    <a:pt x="5324475" y="66751"/>
                  </a:lnTo>
                  <a:lnTo>
                    <a:pt x="5324475" y="4876723"/>
                  </a:lnTo>
                  <a:lnTo>
                    <a:pt x="5309825" y="4915623"/>
                  </a:lnTo>
                  <a:lnTo>
                    <a:pt x="5276040" y="4939826"/>
                  </a:lnTo>
                  <a:lnTo>
                    <a:pt x="5262372" y="4943017"/>
                  </a:lnTo>
                  <a:lnTo>
                    <a:pt x="5257723" y="49434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>
                <a:latin typeface="Arial Rounded MT Bold" panose="020F0704030504030204" pitchFamily="34" charset="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576262" y="1376362"/>
              <a:ext cx="5324475" cy="4943475"/>
            </a:xfrm>
            <a:custGeom>
              <a:avLst/>
              <a:gdLst/>
              <a:ahLst/>
              <a:cxnLst/>
              <a:rect l="l" t="t" r="r" b="b"/>
              <a:pathLst>
                <a:path w="5324475" h="4943475">
                  <a:moveTo>
                    <a:pt x="0" y="4872037"/>
                  </a:moveTo>
                  <a:lnTo>
                    <a:pt x="0" y="71437"/>
                  </a:lnTo>
                  <a:lnTo>
                    <a:pt x="0" y="66751"/>
                  </a:lnTo>
                  <a:lnTo>
                    <a:pt x="457" y="62103"/>
                  </a:lnTo>
                  <a:lnTo>
                    <a:pt x="1372" y="57502"/>
                  </a:lnTo>
                  <a:lnTo>
                    <a:pt x="2287" y="52901"/>
                  </a:lnTo>
                  <a:lnTo>
                    <a:pt x="3642" y="48434"/>
                  </a:lnTo>
                  <a:lnTo>
                    <a:pt x="5437" y="44100"/>
                  </a:lnTo>
                  <a:lnTo>
                    <a:pt x="7233" y="39766"/>
                  </a:lnTo>
                  <a:lnTo>
                    <a:pt x="20923" y="20926"/>
                  </a:lnTo>
                  <a:lnTo>
                    <a:pt x="24240" y="17602"/>
                  </a:lnTo>
                  <a:lnTo>
                    <a:pt x="44099" y="5438"/>
                  </a:lnTo>
                  <a:lnTo>
                    <a:pt x="48432" y="3638"/>
                  </a:lnTo>
                  <a:lnTo>
                    <a:pt x="52899" y="2286"/>
                  </a:lnTo>
                  <a:lnTo>
                    <a:pt x="57500" y="1371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5253037" y="0"/>
                  </a:lnTo>
                  <a:lnTo>
                    <a:pt x="5257723" y="0"/>
                  </a:lnTo>
                  <a:lnTo>
                    <a:pt x="5262372" y="457"/>
                  </a:lnTo>
                  <a:lnTo>
                    <a:pt x="5266972" y="1371"/>
                  </a:lnTo>
                  <a:lnTo>
                    <a:pt x="5271573" y="2286"/>
                  </a:lnTo>
                  <a:lnTo>
                    <a:pt x="5276040" y="3638"/>
                  </a:lnTo>
                  <a:lnTo>
                    <a:pt x="5280374" y="5438"/>
                  </a:lnTo>
                  <a:lnTo>
                    <a:pt x="5284708" y="7229"/>
                  </a:lnTo>
                  <a:lnTo>
                    <a:pt x="5303548" y="20926"/>
                  </a:lnTo>
                  <a:lnTo>
                    <a:pt x="5306863" y="24241"/>
                  </a:lnTo>
                  <a:lnTo>
                    <a:pt x="5319036" y="44100"/>
                  </a:lnTo>
                  <a:lnTo>
                    <a:pt x="5320826" y="48434"/>
                  </a:lnTo>
                  <a:lnTo>
                    <a:pt x="5322189" y="52901"/>
                  </a:lnTo>
                  <a:lnTo>
                    <a:pt x="5323103" y="57502"/>
                  </a:lnTo>
                  <a:lnTo>
                    <a:pt x="5324017" y="62103"/>
                  </a:lnTo>
                  <a:lnTo>
                    <a:pt x="5324475" y="66751"/>
                  </a:lnTo>
                  <a:lnTo>
                    <a:pt x="5324475" y="71437"/>
                  </a:lnTo>
                  <a:lnTo>
                    <a:pt x="5324475" y="4872037"/>
                  </a:lnTo>
                  <a:lnTo>
                    <a:pt x="5324475" y="4876723"/>
                  </a:lnTo>
                  <a:lnTo>
                    <a:pt x="5324017" y="4881372"/>
                  </a:lnTo>
                  <a:lnTo>
                    <a:pt x="5323103" y="4885972"/>
                  </a:lnTo>
                  <a:lnTo>
                    <a:pt x="5322189" y="4890573"/>
                  </a:lnTo>
                  <a:lnTo>
                    <a:pt x="5320826" y="4895040"/>
                  </a:lnTo>
                  <a:lnTo>
                    <a:pt x="5319036" y="4899374"/>
                  </a:lnTo>
                  <a:lnTo>
                    <a:pt x="5317245" y="4903708"/>
                  </a:lnTo>
                  <a:lnTo>
                    <a:pt x="5303548" y="4922548"/>
                  </a:lnTo>
                  <a:lnTo>
                    <a:pt x="5300233" y="4925863"/>
                  </a:lnTo>
                  <a:lnTo>
                    <a:pt x="5280374" y="4938036"/>
                  </a:lnTo>
                  <a:lnTo>
                    <a:pt x="5276040" y="4939826"/>
                  </a:lnTo>
                  <a:lnTo>
                    <a:pt x="5271573" y="4941189"/>
                  </a:lnTo>
                  <a:lnTo>
                    <a:pt x="5266972" y="4942103"/>
                  </a:lnTo>
                  <a:lnTo>
                    <a:pt x="5262372" y="4943017"/>
                  </a:lnTo>
                  <a:lnTo>
                    <a:pt x="5257723" y="4943475"/>
                  </a:lnTo>
                  <a:lnTo>
                    <a:pt x="5253037" y="4943475"/>
                  </a:lnTo>
                  <a:lnTo>
                    <a:pt x="71437" y="4943475"/>
                  </a:lnTo>
                  <a:lnTo>
                    <a:pt x="66746" y="4943475"/>
                  </a:lnTo>
                  <a:lnTo>
                    <a:pt x="62101" y="4943017"/>
                  </a:lnTo>
                  <a:lnTo>
                    <a:pt x="57500" y="4942103"/>
                  </a:lnTo>
                  <a:lnTo>
                    <a:pt x="52899" y="4941189"/>
                  </a:lnTo>
                  <a:lnTo>
                    <a:pt x="48432" y="4939826"/>
                  </a:lnTo>
                  <a:lnTo>
                    <a:pt x="44099" y="4938036"/>
                  </a:lnTo>
                  <a:lnTo>
                    <a:pt x="39765" y="4936245"/>
                  </a:lnTo>
                  <a:lnTo>
                    <a:pt x="20923" y="4922548"/>
                  </a:lnTo>
                  <a:lnTo>
                    <a:pt x="17606" y="4919233"/>
                  </a:lnTo>
                  <a:lnTo>
                    <a:pt x="5437" y="4899374"/>
                  </a:lnTo>
                  <a:lnTo>
                    <a:pt x="3642" y="4895040"/>
                  </a:lnTo>
                  <a:lnTo>
                    <a:pt x="2287" y="4890573"/>
                  </a:lnTo>
                  <a:lnTo>
                    <a:pt x="1372" y="4885972"/>
                  </a:lnTo>
                  <a:lnTo>
                    <a:pt x="457" y="4881372"/>
                  </a:lnTo>
                  <a:lnTo>
                    <a:pt x="0" y="4876723"/>
                  </a:lnTo>
                  <a:lnTo>
                    <a:pt x="0" y="4872037"/>
                  </a:lnTo>
                  <a:close/>
                </a:path>
              </a:pathLst>
            </a:custGeom>
            <a:ln w="9525">
              <a:solidFill>
                <a:srgbClr val="E8ECE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58800" y="503276"/>
            <a:ext cx="5842000" cy="4921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000" spc="-80" dirty="0">
                <a:latin typeface="Arial Rounded MT Bold" panose="020F0704030504030204" pitchFamily="34" charset="0"/>
                <a:cs typeface="Trebuchet MS"/>
              </a:rPr>
              <a:t>M</a:t>
            </a:r>
            <a:r>
              <a:rPr sz="3000" spc="-80" dirty="0">
                <a:latin typeface="Arial Rounded MT Bold" panose="020F0704030504030204" pitchFamily="34" charset="0"/>
              </a:rPr>
              <a:t>end</a:t>
            </a:r>
            <a:r>
              <a:rPr sz="3000" spc="-80" dirty="0"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3000" spc="-80" dirty="0">
                <a:latin typeface="Arial Rounded MT Bold" panose="020F0704030504030204" pitchFamily="34" charset="0"/>
              </a:rPr>
              <a:t>l</a:t>
            </a:r>
            <a:r>
              <a:rPr sz="3000" spc="-80" dirty="0"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3000" spc="-80" dirty="0">
                <a:latin typeface="Arial Rounded MT Bold" panose="020F0704030504030204" pitchFamily="34" charset="0"/>
              </a:rPr>
              <a:t>mi</a:t>
            </a:r>
            <a:r>
              <a:rPr sz="3000" spc="-315" dirty="0">
                <a:latin typeface="Arial Rounded MT Bold" panose="020F0704030504030204" pitchFamily="34" charset="0"/>
              </a:rPr>
              <a:t> </a:t>
            </a:r>
            <a:r>
              <a:rPr sz="3000" spc="-45" dirty="0" err="1">
                <a:latin typeface="Arial Rounded MT Bold" panose="020F0704030504030204" pitchFamily="34" charset="0"/>
                <a:cs typeface="Trebuchet MS"/>
              </a:rPr>
              <a:t>J</a:t>
            </a:r>
            <a:r>
              <a:rPr sz="3000" spc="-45" dirty="0" err="1">
                <a:latin typeface="Arial Rounded MT Bold" panose="020F0704030504030204" pitchFamily="34" charset="0"/>
              </a:rPr>
              <a:t>enis</a:t>
            </a:r>
            <a:r>
              <a:rPr sz="3000" spc="-220" dirty="0">
                <a:latin typeface="Arial Rounded MT Bold" panose="020F0704030504030204" pitchFamily="34" charset="0"/>
              </a:rPr>
              <a:t> </a:t>
            </a:r>
            <a:r>
              <a:rPr sz="3000" spc="-75" dirty="0" err="1">
                <a:latin typeface="Arial Rounded MT Bold" panose="020F0704030504030204" pitchFamily="34" charset="0"/>
                <a:cs typeface="Century Gothic"/>
              </a:rPr>
              <a:t>A</a:t>
            </a:r>
            <a:r>
              <a:rPr sz="3000" spc="-75" dirty="0" err="1">
                <a:latin typeface="Arial Rounded MT Bold" panose="020F0704030504030204" pitchFamily="34" charset="0"/>
              </a:rPr>
              <a:t>n</a:t>
            </a:r>
            <a:r>
              <a:rPr sz="3000" spc="-75" dirty="0" err="1"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3000" spc="-75" dirty="0" err="1">
                <a:latin typeface="Arial Rounded MT Bold" panose="020F0704030504030204" pitchFamily="34" charset="0"/>
              </a:rPr>
              <a:t>lisis</a:t>
            </a:r>
            <a:r>
              <a:rPr lang="en-US" sz="3000" spc="-1085" dirty="0">
                <a:latin typeface="Arial Rounded MT Bold" panose="020F0704030504030204" pitchFamily="34" charset="0"/>
              </a:rPr>
              <a:t>  </a:t>
            </a:r>
            <a:endParaRPr sz="3000" dirty="0">
              <a:latin typeface="Arial Rounded MT Bold" panose="020F0704030504030204" pitchFamily="34" charset="0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3125" y="1470793"/>
            <a:ext cx="4726305" cy="1426096"/>
          </a:xfrm>
          <a:prstGeom prst="rect">
            <a:avLst/>
          </a:prstGeom>
        </p:spPr>
        <p:txBody>
          <a:bodyPr vert="horz" wrap="square" lIns="0" tIns="173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65"/>
              </a:spcBef>
            </a:pPr>
            <a:r>
              <a:rPr spc="-65" dirty="0">
                <a:solidFill>
                  <a:srgbClr val="007BFF"/>
                </a:solidFill>
                <a:latin typeface="Arial Rounded MT Bold" panose="020F0704030504030204" pitchFamily="34" charset="0"/>
                <a:cs typeface="Century Gothic"/>
              </a:rPr>
              <a:t>A</a:t>
            </a:r>
            <a:r>
              <a:rPr spc="-65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n</a:t>
            </a:r>
            <a:r>
              <a:rPr spc="-65" dirty="0">
                <a:solidFill>
                  <a:srgbClr val="007BFF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pc="-65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lisis</a:t>
            </a:r>
            <a:r>
              <a:rPr spc="-114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pc="-10" dirty="0">
                <a:solidFill>
                  <a:srgbClr val="007BFF"/>
                </a:solidFill>
                <a:latin typeface="Arial Rounded MT Bold" panose="020F0704030504030204" pitchFamily="34" charset="0"/>
                <a:cs typeface="Trebuchet MS"/>
              </a:rPr>
              <a:t>P</a:t>
            </a:r>
            <a:r>
              <a:rPr spc="-10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rediktif</a:t>
            </a:r>
            <a:endParaRPr dirty="0">
              <a:latin typeface="Arial Rounded MT Bold" panose="020F0704030504030204" pitchFamily="34" charset="0"/>
              <a:cs typeface="Lucida Sans"/>
            </a:endParaRPr>
          </a:p>
          <a:p>
            <a:pPr marL="12700" marR="5080">
              <a:lnSpc>
                <a:spcPct val="112500"/>
              </a:lnSpc>
              <a:spcBef>
                <a:spcPts val="715"/>
              </a:spcBef>
            </a:pP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Ta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h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apa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9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ini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f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o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us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pa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menj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awa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b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p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rta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yaa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8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"Apa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ya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ng 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m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u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ngkin</a:t>
            </a:r>
            <a:r>
              <a:rPr sz="13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7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300" spc="-7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</a:t>
            </a:r>
            <a:r>
              <a:rPr sz="1300" spc="-7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r</a:t>
            </a:r>
            <a:r>
              <a:rPr sz="1300" spc="-7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j</a:t>
            </a:r>
            <a:r>
              <a:rPr sz="1300" spc="-7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7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di</a:t>
            </a:r>
            <a:r>
              <a:rPr sz="1300" spc="-7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?".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D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eng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3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mengg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u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3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</a:t>
            </a:r>
            <a:r>
              <a:rPr sz="13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ata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hi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stor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sz="13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3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</a:t>
            </a:r>
            <a:r>
              <a:rPr sz="13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 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lg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or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m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stat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st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ik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,</a:t>
            </a:r>
            <a:r>
              <a:rPr sz="13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300" spc="-6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m</a:t>
            </a:r>
            <a:r>
              <a:rPr sz="1300" spc="-6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o</a:t>
            </a:r>
            <a:r>
              <a:rPr sz="1300" spc="-6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del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9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ini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mengiden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ifik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as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 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tr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en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m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asa 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de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pa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300" spc="-6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300" spc="-6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pro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b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bili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tas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h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as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il</a:t>
            </a:r>
            <a:r>
              <a:rPr sz="1300" spc="-6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rt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en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tu.</a:t>
            </a:r>
            <a:endParaRPr sz="1300" dirty="0">
              <a:latin typeface="Arial Rounded MT Bold" panose="020F0704030504030204" pitchFamily="34" charset="0"/>
              <a:cs typeface="Lucida San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85825" y="1030223"/>
            <a:ext cx="11266805" cy="5828030"/>
            <a:chOff x="885825" y="1030223"/>
            <a:chExt cx="11266805" cy="582803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5825" y="3724290"/>
              <a:ext cx="4705350" cy="228599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754623" y="1030223"/>
              <a:ext cx="6398260" cy="5828030"/>
            </a:xfrm>
            <a:custGeom>
              <a:avLst/>
              <a:gdLst/>
              <a:ahLst/>
              <a:cxnLst/>
              <a:rect l="l" t="t" r="r" b="b"/>
              <a:pathLst>
                <a:path w="6398259" h="5828030">
                  <a:moveTo>
                    <a:pt x="6397751" y="5827775"/>
                  </a:moveTo>
                  <a:lnTo>
                    <a:pt x="0" y="5827775"/>
                  </a:lnTo>
                  <a:lnTo>
                    <a:pt x="0" y="0"/>
                  </a:lnTo>
                  <a:lnTo>
                    <a:pt x="6397751" y="0"/>
                  </a:lnTo>
                  <a:lnTo>
                    <a:pt x="6397751" y="350900"/>
                  </a:lnTo>
                  <a:lnTo>
                    <a:pt x="608075" y="350900"/>
                  </a:lnTo>
                  <a:lnTo>
                    <a:pt x="601509" y="351218"/>
                  </a:lnTo>
                  <a:lnTo>
                    <a:pt x="565792" y="366009"/>
                  </a:lnTo>
                  <a:lnTo>
                    <a:pt x="544253" y="398250"/>
                  </a:lnTo>
                  <a:lnTo>
                    <a:pt x="541385" y="417575"/>
                  </a:lnTo>
                  <a:lnTo>
                    <a:pt x="541385" y="5218175"/>
                  </a:lnTo>
                  <a:lnTo>
                    <a:pt x="552625" y="5255228"/>
                  </a:lnTo>
                  <a:lnTo>
                    <a:pt x="582564" y="5279775"/>
                  </a:lnTo>
                  <a:lnTo>
                    <a:pt x="608075" y="5284866"/>
                  </a:lnTo>
                  <a:lnTo>
                    <a:pt x="6397751" y="5284866"/>
                  </a:lnTo>
                  <a:lnTo>
                    <a:pt x="6397751" y="5827775"/>
                  </a:lnTo>
                  <a:close/>
                </a:path>
                <a:path w="6398259" h="5828030">
                  <a:moveTo>
                    <a:pt x="6397751" y="5284866"/>
                  </a:moveTo>
                  <a:lnTo>
                    <a:pt x="5789675" y="5284866"/>
                  </a:lnTo>
                  <a:lnTo>
                    <a:pt x="5796242" y="5284533"/>
                  </a:lnTo>
                  <a:lnTo>
                    <a:pt x="5802683" y="5283578"/>
                  </a:lnTo>
                  <a:lnTo>
                    <a:pt x="5836828" y="5265328"/>
                  </a:lnTo>
                  <a:lnTo>
                    <a:pt x="5855078" y="5231183"/>
                  </a:lnTo>
                  <a:lnTo>
                    <a:pt x="5856366" y="5218175"/>
                  </a:lnTo>
                  <a:lnTo>
                    <a:pt x="5856366" y="417575"/>
                  </a:lnTo>
                  <a:lnTo>
                    <a:pt x="5845126" y="380526"/>
                  </a:lnTo>
                  <a:lnTo>
                    <a:pt x="5815187" y="355975"/>
                  </a:lnTo>
                  <a:lnTo>
                    <a:pt x="5789675" y="350900"/>
                  </a:lnTo>
                  <a:lnTo>
                    <a:pt x="6397751" y="350900"/>
                  </a:lnTo>
                  <a:lnTo>
                    <a:pt x="6397751" y="5284866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6291262" y="1376362"/>
              <a:ext cx="5324475" cy="4943475"/>
            </a:xfrm>
            <a:custGeom>
              <a:avLst/>
              <a:gdLst/>
              <a:ahLst/>
              <a:cxnLst/>
              <a:rect l="l" t="t" r="r" b="b"/>
              <a:pathLst>
                <a:path w="5324475" h="4943475">
                  <a:moveTo>
                    <a:pt x="5257704" y="4943475"/>
                  </a:moveTo>
                  <a:lnTo>
                    <a:pt x="66751" y="4943475"/>
                  </a:lnTo>
                  <a:lnTo>
                    <a:pt x="62102" y="4943017"/>
                  </a:lnTo>
                  <a:lnTo>
                    <a:pt x="24241" y="4925863"/>
                  </a:lnTo>
                  <a:lnTo>
                    <a:pt x="2286" y="4890573"/>
                  </a:lnTo>
                  <a:lnTo>
                    <a:pt x="0" y="4876723"/>
                  </a:lnTo>
                  <a:lnTo>
                    <a:pt x="0" y="4872037"/>
                  </a:lnTo>
                  <a:lnTo>
                    <a:pt x="0" y="66751"/>
                  </a:lnTo>
                  <a:lnTo>
                    <a:pt x="14639" y="27851"/>
                  </a:lnTo>
                  <a:lnTo>
                    <a:pt x="48434" y="3638"/>
                  </a:lnTo>
                  <a:lnTo>
                    <a:pt x="66751" y="0"/>
                  </a:lnTo>
                  <a:lnTo>
                    <a:pt x="5257704" y="0"/>
                  </a:lnTo>
                  <a:lnTo>
                    <a:pt x="5296661" y="14649"/>
                  </a:lnTo>
                  <a:lnTo>
                    <a:pt x="5320855" y="48434"/>
                  </a:lnTo>
                  <a:lnTo>
                    <a:pt x="5324475" y="66751"/>
                  </a:lnTo>
                  <a:lnTo>
                    <a:pt x="5324475" y="4876723"/>
                  </a:lnTo>
                  <a:lnTo>
                    <a:pt x="5309806" y="4915623"/>
                  </a:lnTo>
                  <a:lnTo>
                    <a:pt x="5276088" y="4939826"/>
                  </a:lnTo>
                  <a:lnTo>
                    <a:pt x="5262372" y="4943017"/>
                  </a:lnTo>
                  <a:lnTo>
                    <a:pt x="5257704" y="49434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6291262" y="1376362"/>
              <a:ext cx="5324475" cy="4943475"/>
            </a:xfrm>
            <a:custGeom>
              <a:avLst/>
              <a:gdLst/>
              <a:ahLst/>
              <a:cxnLst/>
              <a:rect l="l" t="t" r="r" b="b"/>
              <a:pathLst>
                <a:path w="5324475" h="4943475">
                  <a:moveTo>
                    <a:pt x="0" y="4872037"/>
                  </a:moveTo>
                  <a:lnTo>
                    <a:pt x="0" y="71437"/>
                  </a:lnTo>
                  <a:lnTo>
                    <a:pt x="0" y="66751"/>
                  </a:lnTo>
                  <a:lnTo>
                    <a:pt x="457" y="62103"/>
                  </a:lnTo>
                  <a:lnTo>
                    <a:pt x="1371" y="57502"/>
                  </a:lnTo>
                  <a:lnTo>
                    <a:pt x="2286" y="52901"/>
                  </a:lnTo>
                  <a:lnTo>
                    <a:pt x="3638" y="48434"/>
                  </a:lnTo>
                  <a:lnTo>
                    <a:pt x="5438" y="44100"/>
                  </a:lnTo>
                  <a:lnTo>
                    <a:pt x="7229" y="39766"/>
                  </a:lnTo>
                  <a:lnTo>
                    <a:pt x="9429" y="35652"/>
                  </a:lnTo>
                  <a:lnTo>
                    <a:pt x="12039" y="31746"/>
                  </a:lnTo>
                  <a:lnTo>
                    <a:pt x="14639" y="27851"/>
                  </a:lnTo>
                  <a:lnTo>
                    <a:pt x="17602" y="24241"/>
                  </a:lnTo>
                  <a:lnTo>
                    <a:pt x="20926" y="20926"/>
                  </a:lnTo>
                  <a:lnTo>
                    <a:pt x="24241" y="17602"/>
                  </a:lnTo>
                  <a:lnTo>
                    <a:pt x="44100" y="5438"/>
                  </a:lnTo>
                  <a:lnTo>
                    <a:pt x="48434" y="3638"/>
                  </a:lnTo>
                  <a:lnTo>
                    <a:pt x="52901" y="2286"/>
                  </a:lnTo>
                  <a:lnTo>
                    <a:pt x="57502" y="1371"/>
                  </a:lnTo>
                  <a:lnTo>
                    <a:pt x="62102" y="457"/>
                  </a:lnTo>
                  <a:lnTo>
                    <a:pt x="66751" y="0"/>
                  </a:lnTo>
                  <a:lnTo>
                    <a:pt x="71437" y="0"/>
                  </a:lnTo>
                  <a:lnTo>
                    <a:pt x="5253037" y="0"/>
                  </a:lnTo>
                  <a:lnTo>
                    <a:pt x="5257704" y="0"/>
                  </a:lnTo>
                  <a:lnTo>
                    <a:pt x="5262372" y="457"/>
                  </a:lnTo>
                  <a:lnTo>
                    <a:pt x="5266944" y="1371"/>
                  </a:lnTo>
                  <a:lnTo>
                    <a:pt x="5271611" y="2286"/>
                  </a:lnTo>
                  <a:lnTo>
                    <a:pt x="5276088" y="3638"/>
                  </a:lnTo>
                  <a:lnTo>
                    <a:pt x="5280374" y="5438"/>
                  </a:lnTo>
                  <a:lnTo>
                    <a:pt x="5284660" y="7229"/>
                  </a:lnTo>
                  <a:lnTo>
                    <a:pt x="5303519" y="20926"/>
                  </a:lnTo>
                  <a:lnTo>
                    <a:pt x="5306853" y="24241"/>
                  </a:lnTo>
                  <a:lnTo>
                    <a:pt x="5323998" y="62103"/>
                  </a:lnTo>
                  <a:lnTo>
                    <a:pt x="5324475" y="66751"/>
                  </a:lnTo>
                  <a:lnTo>
                    <a:pt x="5324475" y="71437"/>
                  </a:lnTo>
                  <a:lnTo>
                    <a:pt x="5324475" y="4872037"/>
                  </a:lnTo>
                  <a:lnTo>
                    <a:pt x="5324475" y="4876723"/>
                  </a:lnTo>
                  <a:lnTo>
                    <a:pt x="5323998" y="4881372"/>
                  </a:lnTo>
                  <a:lnTo>
                    <a:pt x="5306853" y="4919233"/>
                  </a:lnTo>
                  <a:lnTo>
                    <a:pt x="5303519" y="4922548"/>
                  </a:lnTo>
                  <a:lnTo>
                    <a:pt x="5300186" y="4925863"/>
                  </a:lnTo>
                  <a:lnTo>
                    <a:pt x="5280374" y="4938036"/>
                  </a:lnTo>
                  <a:lnTo>
                    <a:pt x="5276088" y="4939826"/>
                  </a:lnTo>
                  <a:lnTo>
                    <a:pt x="5271611" y="4941189"/>
                  </a:lnTo>
                  <a:lnTo>
                    <a:pt x="5266944" y="4942103"/>
                  </a:lnTo>
                  <a:lnTo>
                    <a:pt x="5262372" y="4943017"/>
                  </a:lnTo>
                  <a:lnTo>
                    <a:pt x="5257704" y="4943475"/>
                  </a:lnTo>
                  <a:lnTo>
                    <a:pt x="5253037" y="4943475"/>
                  </a:lnTo>
                  <a:lnTo>
                    <a:pt x="71437" y="4943475"/>
                  </a:lnTo>
                  <a:lnTo>
                    <a:pt x="66751" y="4943475"/>
                  </a:lnTo>
                  <a:lnTo>
                    <a:pt x="62102" y="4943017"/>
                  </a:lnTo>
                  <a:lnTo>
                    <a:pt x="57502" y="4942103"/>
                  </a:lnTo>
                  <a:lnTo>
                    <a:pt x="52901" y="4941189"/>
                  </a:lnTo>
                  <a:lnTo>
                    <a:pt x="48434" y="4939826"/>
                  </a:lnTo>
                  <a:lnTo>
                    <a:pt x="44100" y="4938036"/>
                  </a:lnTo>
                  <a:lnTo>
                    <a:pt x="39766" y="4936245"/>
                  </a:lnTo>
                  <a:lnTo>
                    <a:pt x="20926" y="4922548"/>
                  </a:lnTo>
                  <a:lnTo>
                    <a:pt x="17602" y="4919233"/>
                  </a:lnTo>
                  <a:lnTo>
                    <a:pt x="14639" y="4915623"/>
                  </a:lnTo>
                  <a:lnTo>
                    <a:pt x="12039" y="4911728"/>
                  </a:lnTo>
                  <a:lnTo>
                    <a:pt x="9429" y="4907822"/>
                  </a:lnTo>
                  <a:lnTo>
                    <a:pt x="7229" y="4903708"/>
                  </a:lnTo>
                  <a:lnTo>
                    <a:pt x="5438" y="4899374"/>
                  </a:lnTo>
                  <a:lnTo>
                    <a:pt x="3638" y="4895040"/>
                  </a:lnTo>
                  <a:lnTo>
                    <a:pt x="2286" y="4890573"/>
                  </a:lnTo>
                  <a:lnTo>
                    <a:pt x="1371" y="4885972"/>
                  </a:lnTo>
                  <a:lnTo>
                    <a:pt x="457" y="4881372"/>
                  </a:lnTo>
                  <a:lnTo>
                    <a:pt x="0" y="4876723"/>
                  </a:lnTo>
                  <a:lnTo>
                    <a:pt x="0" y="4872037"/>
                  </a:lnTo>
                  <a:close/>
                </a:path>
              </a:pathLst>
            </a:custGeom>
            <a:ln w="9525">
              <a:solidFill>
                <a:srgbClr val="E8ECE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588125" y="1470793"/>
            <a:ext cx="4349115" cy="1426096"/>
          </a:xfrm>
          <a:prstGeom prst="rect">
            <a:avLst/>
          </a:prstGeom>
        </p:spPr>
        <p:txBody>
          <a:bodyPr vert="horz" wrap="square" lIns="0" tIns="173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65"/>
              </a:spcBef>
            </a:pPr>
            <a:r>
              <a:rPr spc="-65" dirty="0">
                <a:solidFill>
                  <a:srgbClr val="007BFF"/>
                </a:solidFill>
                <a:latin typeface="Arial Rounded MT Bold" panose="020F0704030504030204" pitchFamily="34" charset="0"/>
                <a:cs typeface="Century Gothic"/>
              </a:rPr>
              <a:t>A</a:t>
            </a:r>
            <a:r>
              <a:rPr spc="-65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n</a:t>
            </a:r>
            <a:r>
              <a:rPr spc="-65" dirty="0">
                <a:solidFill>
                  <a:srgbClr val="007BFF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pc="-65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lisis</a:t>
            </a:r>
            <a:r>
              <a:rPr spc="-114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pc="-10" dirty="0">
                <a:solidFill>
                  <a:srgbClr val="007BFF"/>
                </a:solidFill>
                <a:latin typeface="Arial Rounded MT Bold" panose="020F0704030504030204" pitchFamily="34" charset="0"/>
                <a:cs typeface="Trebuchet MS"/>
              </a:rPr>
              <a:t>P</a:t>
            </a:r>
            <a:r>
              <a:rPr spc="-10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reskriptif</a:t>
            </a:r>
            <a:endParaRPr dirty="0">
              <a:latin typeface="Arial Rounded MT Bold" panose="020F0704030504030204" pitchFamily="34" charset="0"/>
              <a:cs typeface="Lucida Sans"/>
            </a:endParaRPr>
          </a:p>
          <a:p>
            <a:pPr marL="12700" marR="5080">
              <a:lnSpc>
                <a:spcPct val="112500"/>
              </a:lnSpc>
              <a:spcBef>
                <a:spcPts val="715"/>
              </a:spcBef>
            </a:pP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Ta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h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apa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3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</a:t>
            </a:r>
            <a:r>
              <a:rPr sz="13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rt</a:t>
            </a:r>
            <a:r>
              <a:rPr sz="13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inggi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7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</a:t>
            </a:r>
            <a:r>
              <a:rPr sz="1300" spc="-7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7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l</a:t>
            </a:r>
            <a:r>
              <a:rPr sz="1300" spc="-7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7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m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6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6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300" spc="-6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6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li</a:t>
            </a:r>
            <a:r>
              <a:rPr sz="1300" spc="-6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300" spc="-6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ik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ya</a:t>
            </a:r>
            <a:r>
              <a:rPr sz="130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ng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menj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awa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b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"Apa </a:t>
            </a:r>
            <a:r>
              <a:rPr sz="130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ya</a:t>
            </a:r>
            <a:r>
              <a:rPr sz="130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ng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h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arus </a:t>
            </a:r>
            <a:r>
              <a:rPr sz="13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ki</a:t>
            </a:r>
            <a:r>
              <a:rPr sz="13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ta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3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l</a:t>
            </a:r>
            <a:r>
              <a:rPr sz="13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</a:t>
            </a:r>
            <a:r>
              <a:rPr sz="13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u</a:t>
            </a:r>
            <a:r>
              <a:rPr sz="13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</a:t>
            </a:r>
            <a:r>
              <a:rPr sz="13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3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?".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M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embe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r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ik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3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r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ek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o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mend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as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 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ind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 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sp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ifik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u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tu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meng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opt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im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lk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h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as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il 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be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r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asar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pr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edik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</a:t>
            </a:r>
            <a:r>
              <a:rPr sz="13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ya</a:t>
            </a:r>
            <a:r>
              <a:rPr sz="130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ng</a:t>
            </a:r>
            <a:r>
              <a:rPr sz="13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el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h 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dib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uat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ebel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u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mn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ya.</a:t>
            </a:r>
            <a:endParaRPr sz="1300" dirty="0">
              <a:latin typeface="Arial Rounded MT Bold" panose="020F0704030504030204" pitchFamily="34" charset="0"/>
              <a:cs typeface="Lucida Sans"/>
            </a:endParaRPr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00809" y="3724290"/>
            <a:ext cx="4705350" cy="2285999"/>
          </a:xfrm>
          <a:prstGeom prst="rect">
            <a:avLst/>
          </a:prstGeom>
        </p:spPr>
      </p:pic>
      <p:sp>
        <p:nvSpPr>
          <p:cNvPr id="20" name="object 26">
            <a:extLst>
              <a:ext uri="{FF2B5EF4-FFF2-40B4-BE49-F238E27FC236}">
                <a16:creationId xmlns:a16="http://schemas.microsoft.com/office/drawing/2014/main" id="{6BE88948-086E-401F-BE74-117D44D73F08}"/>
              </a:ext>
            </a:extLst>
          </p:cNvPr>
          <p:cNvSpPr txBox="1"/>
          <p:nvPr/>
        </p:nvSpPr>
        <p:spPr>
          <a:xfrm>
            <a:off x="558800" y="6287372"/>
            <a:ext cx="4013200" cy="19171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spc="-3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©</a:t>
            </a:r>
            <a:r>
              <a:rPr sz="1150" spc="-6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150" spc="-85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2026</a:t>
            </a:r>
            <a:r>
              <a:rPr sz="1150" spc="-6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1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P</a:t>
            </a:r>
            <a:r>
              <a:rPr sz="11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eng</a:t>
            </a:r>
            <a:r>
              <a:rPr sz="11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1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0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1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0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r</a:t>
            </a:r>
            <a:r>
              <a:rPr sz="1050" spc="-3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li</a:t>
            </a:r>
            <a:r>
              <a:rPr sz="10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ik</a:t>
            </a:r>
            <a:r>
              <a:rPr sz="1150" spc="-45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150" spc="-5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Da</a:t>
            </a:r>
            <a:r>
              <a:rPr sz="1050" spc="-5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150" spc="-5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15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|</a:t>
            </a:r>
            <a:r>
              <a:rPr lang="en-US" sz="1150" spc="-6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 Cisco Networking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8800" y="503276"/>
            <a:ext cx="4851400" cy="48346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000" spc="-40" dirty="0">
                <a:latin typeface="Arial Rounded MT Bold" panose="020F0704030504030204" pitchFamily="34" charset="0"/>
              </a:rPr>
              <a:t>S</a:t>
            </a:r>
            <a:r>
              <a:rPr sz="3000" spc="-40" dirty="0">
                <a:latin typeface="Arial Rounded MT Bold" panose="020F0704030504030204" pitchFamily="34" charset="0"/>
                <a:cs typeface="Verdana"/>
              </a:rPr>
              <a:t>ikl</a:t>
            </a:r>
            <a:r>
              <a:rPr sz="3000" spc="-40" dirty="0">
                <a:latin typeface="Arial Rounded MT Bold" panose="020F0704030504030204" pitchFamily="34" charset="0"/>
              </a:rPr>
              <a:t>us</a:t>
            </a:r>
            <a:r>
              <a:rPr sz="3000" spc="-195" dirty="0">
                <a:latin typeface="Arial Rounded MT Bold" panose="020F0704030504030204" pitchFamily="34" charset="0"/>
              </a:rPr>
              <a:t> </a:t>
            </a:r>
            <a:r>
              <a:rPr sz="3000" spc="-110" dirty="0">
                <a:latin typeface="Arial Rounded MT Bold" panose="020F0704030504030204" pitchFamily="34" charset="0"/>
              </a:rPr>
              <a:t>H</a:t>
            </a:r>
            <a:r>
              <a:rPr sz="3000" spc="-110" dirty="0">
                <a:latin typeface="Arial Rounded MT Bold" panose="020F0704030504030204" pitchFamily="34" charset="0"/>
                <a:cs typeface="Verdana"/>
              </a:rPr>
              <a:t>id</a:t>
            </a:r>
            <a:r>
              <a:rPr sz="3000" spc="-110" dirty="0">
                <a:latin typeface="Arial Rounded MT Bold" panose="020F0704030504030204" pitchFamily="34" charset="0"/>
              </a:rPr>
              <a:t>up</a:t>
            </a:r>
            <a:r>
              <a:rPr sz="3000" spc="-195" dirty="0">
                <a:latin typeface="Arial Rounded MT Bold" panose="020F0704030504030204" pitchFamily="34" charset="0"/>
              </a:rPr>
              <a:t> </a:t>
            </a:r>
            <a:r>
              <a:rPr sz="3000" spc="-60" dirty="0">
                <a:latin typeface="Arial Rounded MT Bold" panose="020F0704030504030204" pitchFamily="34" charset="0"/>
              </a:rPr>
              <a:t>A</a:t>
            </a:r>
            <a:r>
              <a:rPr sz="3000" spc="-60" dirty="0">
                <a:latin typeface="Arial Rounded MT Bold" panose="020F0704030504030204" pitchFamily="34" charset="0"/>
                <a:cs typeface="Verdana"/>
              </a:rPr>
              <a:t>n</a:t>
            </a:r>
            <a:r>
              <a:rPr sz="3000" spc="-60" dirty="0">
                <a:latin typeface="Arial Rounded MT Bold" panose="020F0704030504030204" pitchFamily="34" charset="0"/>
              </a:rPr>
              <a:t>a</a:t>
            </a:r>
            <a:r>
              <a:rPr sz="3000" spc="-60" dirty="0">
                <a:latin typeface="Arial Rounded MT Bold" panose="020F0704030504030204" pitchFamily="34" charset="0"/>
                <a:cs typeface="Verdana"/>
              </a:rPr>
              <a:t>li</a:t>
            </a:r>
            <a:r>
              <a:rPr sz="3000" spc="-60" dirty="0">
                <a:latin typeface="Arial Rounded MT Bold" panose="020F0704030504030204" pitchFamily="34" charset="0"/>
              </a:rPr>
              <a:t>s</a:t>
            </a:r>
            <a:r>
              <a:rPr sz="3000" spc="-60" dirty="0">
                <a:latin typeface="Arial Rounded MT Bold" panose="020F0704030504030204" pitchFamily="34" charset="0"/>
                <a:cs typeface="Verdana"/>
              </a:rPr>
              <a:t>i</a:t>
            </a:r>
            <a:r>
              <a:rPr sz="3000" spc="-60" dirty="0">
                <a:latin typeface="Arial Rounded MT Bold" panose="020F0704030504030204" pitchFamily="34" charset="0"/>
              </a:rPr>
              <a:t>s</a:t>
            </a:r>
            <a:r>
              <a:rPr sz="3000" spc="-195" dirty="0">
                <a:latin typeface="Arial Rounded MT Bold" panose="020F0704030504030204" pitchFamily="34" charset="0"/>
              </a:rPr>
              <a:t> </a:t>
            </a:r>
            <a:r>
              <a:rPr sz="3000" spc="-40" dirty="0">
                <a:latin typeface="Arial Rounded MT Bold" panose="020F0704030504030204" pitchFamily="34" charset="0"/>
              </a:rPr>
              <a:t>Data</a:t>
            </a:r>
            <a:endParaRPr sz="3000" dirty="0">
              <a:latin typeface="Arial Rounded MT Bold" panose="020F0704030504030204" pitchFamily="34" charset="0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71500" y="1371600"/>
            <a:ext cx="45719" cy="1162050"/>
          </a:xfrm>
          <a:custGeom>
            <a:avLst/>
            <a:gdLst/>
            <a:ahLst/>
            <a:cxnLst/>
            <a:rect l="l" t="t" r="r" b="b"/>
            <a:pathLst>
              <a:path w="28575" h="1162050">
                <a:moveTo>
                  <a:pt x="28575" y="1162050"/>
                </a:moveTo>
                <a:lnTo>
                  <a:pt x="0" y="1162050"/>
                </a:lnTo>
                <a:lnTo>
                  <a:pt x="0" y="0"/>
                </a:lnTo>
                <a:lnTo>
                  <a:pt x="28575" y="0"/>
                </a:lnTo>
                <a:lnTo>
                  <a:pt x="28575" y="1162050"/>
                </a:lnTo>
                <a:close/>
              </a:path>
            </a:pathLst>
          </a:custGeom>
          <a:solidFill>
            <a:srgbClr val="007BFF"/>
          </a:solidFill>
        </p:spPr>
        <p:txBody>
          <a:bodyPr wrap="square" lIns="0" tIns="0" rIns="0" bIns="0" rtlCol="0"/>
          <a:lstStyle/>
          <a:p>
            <a:endParaRPr>
              <a:latin typeface="Arial Rounded MT Bold" panose="020F0704030504030204" pitchFamily="34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1500" y="2838450"/>
            <a:ext cx="45719" cy="1419225"/>
          </a:xfrm>
          <a:custGeom>
            <a:avLst/>
            <a:gdLst/>
            <a:ahLst/>
            <a:cxnLst/>
            <a:rect l="l" t="t" r="r" b="b"/>
            <a:pathLst>
              <a:path w="28575" h="1419225">
                <a:moveTo>
                  <a:pt x="28575" y="1419225"/>
                </a:moveTo>
                <a:lnTo>
                  <a:pt x="0" y="1419225"/>
                </a:lnTo>
                <a:lnTo>
                  <a:pt x="0" y="0"/>
                </a:lnTo>
                <a:lnTo>
                  <a:pt x="28575" y="0"/>
                </a:lnTo>
                <a:lnTo>
                  <a:pt x="28575" y="1419225"/>
                </a:lnTo>
                <a:close/>
              </a:path>
            </a:pathLst>
          </a:custGeom>
          <a:solidFill>
            <a:srgbClr val="007BFF"/>
          </a:solidFill>
        </p:spPr>
        <p:txBody>
          <a:bodyPr wrap="square" lIns="0" tIns="0" rIns="0" bIns="0" rtlCol="0"/>
          <a:lstStyle/>
          <a:p>
            <a:endParaRPr>
              <a:latin typeface="Arial Rounded MT Bold" panose="020F0704030504030204" pitchFamily="34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71500" y="4562475"/>
            <a:ext cx="45719" cy="1685925"/>
          </a:xfrm>
          <a:custGeom>
            <a:avLst/>
            <a:gdLst/>
            <a:ahLst/>
            <a:cxnLst/>
            <a:rect l="l" t="t" r="r" b="b"/>
            <a:pathLst>
              <a:path w="28575" h="1685925">
                <a:moveTo>
                  <a:pt x="28575" y="1685925"/>
                </a:moveTo>
                <a:lnTo>
                  <a:pt x="0" y="1685925"/>
                </a:lnTo>
                <a:lnTo>
                  <a:pt x="0" y="0"/>
                </a:lnTo>
                <a:lnTo>
                  <a:pt x="28575" y="0"/>
                </a:lnTo>
                <a:lnTo>
                  <a:pt x="28575" y="1685925"/>
                </a:lnTo>
                <a:close/>
              </a:path>
            </a:pathLst>
          </a:custGeom>
          <a:solidFill>
            <a:srgbClr val="007BFF"/>
          </a:solidFill>
        </p:spPr>
        <p:txBody>
          <a:bodyPr wrap="square" lIns="0" tIns="0" rIns="0" bIns="0" rtlCol="0"/>
          <a:lstStyle/>
          <a:p>
            <a:endParaRPr>
              <a:latin typeface="Arial Rounded MT Bold" panose="020F0704030504030204" pitchFamily="34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90574" y="5086350"/>
            <a:ext cx="126265" cy="19050"/>
          </a:xfrm>
          <a:custGeom>
            <a:avLst/>
            <a:gdLst/>
            <a:ahLst/>
            <a:cxnLst/>
            <a:rect l="l" t="t" r="r" b="b"/>
            <a:pathLst>
              <a:path w="114300" h="19050">
                <a:moveTo>
                  <a:pt x="114300" y="19050"/>
                </a:moveTo>
                <a:lnTo>
                  <a:pt x="0" y="19050"/>
                </a:lnTo>
                <a:lnTo>
                  <a:pt x="0" y="0"/>
                </a:lnTo>
                <a:lnTo>
                  <a:pt x="114300" y="0"/>
                </a:lnTo>
                <a:lnTo>
                  <a:pt x="114300" y="19050"/>
                </a:lnTo>
                <a:close/>
              </a:path>
            </a:pathLst>
          </a:custGeom>
          <a:solidFill>
            <a:srgbClr val="007BFF"/>
          </a:solidFill>
        </p:spPr>
        <p:txBody>
          <a:bodyPr wrap="square" lIns="0" tIns="0" rIns="0" bIns="0" rtlCol="0"/>
          <a:lstStyle/>
          <a:p>
            <a:endParaRPr>
              <a:latin typeface="Arial Rounded MT Bold" panose="020F0704030504030204" pitchFamily="34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90574" y="5457825"/>
            <a:ext cx="126265" cy="19050"/>
          </a:xfrm>
          <a:custGeom>
            <a:avLst/>
            <a:gdLst/>
            <a:ahLst/>
            <a:cxnLst/>
            <a:rect l="l" t="t" r="r" b="b"/>
            <a:pathLst>
              <a:path w="114300" h="19050">
                <a:moveTo>
                  <a:pt x="114300" y="19050"/>
                </a:moveTo>
                <a:lnTo>
                  <a:pt x="0" y="19050"/>
                </a:lnTo>
                <a:lnTo>
                  <a:pt x="0" y="0"/>
                </a:lnTo>
                <a:lnTo>
                  <a:pt x="114300" y="0"/>
                </a:lnTo>
                <a:lnTo>
                  <a:pt x="114300" y="19050"/>
                </a:lnTo>
                <a:close/>
              </a:path>
            </a:pathLst>
          </a:custGeom>
          <a:solidFill>
            <a:srgbClr val="007BFF"/>
          </a:solidFill>
        </p:spPr>
        <p:txBody>
          <a:bodyPr wrap="square" lIns="0" tIns="0" rIns="0" bIns="0" rtlCol="0"/>
          <a:lstStyle/>
          <a:p>
            <a:endParaRPr>
              <a:latin typeface="Arial Rounded MT Bold" panose="020F0704030504030204" pitchFamily="34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90574" y="5829300"/>
            <a:ext cx="126265" cy="19050"/>
          </a:xfrm>
          <a:custGeom>
            <a:avLst/>
            <a:gdLst/>
            <a:ahLst/>
            <a:cxnLst/>
            <a:rect l="l" t="t" r="r" b="b"/>
            <a:pathLst>
              <a:path w="114300" h="19050">
                <a:moveTo>
                  <a:pt x="114300" y="19050"/>
                </a:moveTo>
                <a:lnTo>
                  <a:pt x="0" y="19050"/>
                </a:lnTo>
                <a:lnTo>
                  <a:pt x="0" y="0"/>
                </a:lnTo>
                <a:lnTo>
                  <a:pt x="114300" y="0"/>
                </a:lnTo>
                <a:lnTo>
                  <a:pt x="114300" y="19050"/>
                </a:lnTo>
                <a:close/>
              </a:path>
            </a:pathLst>
          </a:custGeom>
          <a:solidFill>
            <a:srgbClr val="007BFF"/>
          </a:solidFill>
        </p:spPr>
        <p:txBody>
          <a:bodyPr wrap="square" lIns="0" tIns="0" rIns="0" bIns="0" rtlCol="0"/>
          <a:lstStyle/>
          <a:p>
            <a:endParaRPr>
              <a:latin typeface="Arial Rounded MT Bold" panose="020F0704030504030204" pitchFamily="34" charset="0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849111" y="1030223"/>
            <a:ext cx="6963541" cy="4874260"/>
            <a:chOff x="5849111" y="1030223"/>
            <a:chExt cx="6303645" cy="4874260"/>
          </a:xfrm>
        </p:grpSpPr>
        <p:sp>
          <p:nvSpPr>
            <p:cNvPr id="10" name="object 10"/>
            <p:cNvSpPr/>
            <p:nvPr/>
          </p:nvSpPr>
          <p:spPr>
            <a:xfrm>
              <a:off x="5849111" y="1030223"/>
              <a:ext cx="6303645" cy="4874260"/>
            </a:xfrm>
            <a:custGeom>
              <a:avLst/>
              <a:gdLst/>
              <a:ahLst/>
              <a:cxnLst/>
              <a:rect l="l" t="t" r="r" b="b"/>
              <a:pathLst>
                <a:path w="6303645" h="4874260">
                  <a:moveTo>
                    <a:pt x="6303263" y="4873751"/>
                  </a:moveTo>
                  <a:lnTo>
                    <a:pt x="0" y="4873751"/>
                  </a:lnTo>
                  <a:lnTo>
                    <a:pt x="0" y="0"/>
                  </a:lnTo>
                  <a:lnTo>
                    <a:pt x="6303263" y="0"/>
                  </a:lnTo>
                  <a:lnTo>
                    <a:pt x="6303263" y="350900"/>
                  </a:lnTo>
                  <a:lnTo>
                    <a:pt x="608837" y="350900"/>
                  </a:lnTo>
                  <a:lnTo>
                    <a:pt x="602271" y="351218"/>
                  </a:lnTo>
                  <a:lnTo>
                    <a:pt x="566554" y="366009"/>
                  </a:lnTo>
                  <a:lnTo>
                    <a:pt x="545015" y="398250"/>
                  </a:lnTo>
                  <a:lnTo>
                    <a:pt x="542178" y="417575"/>
                  </a:lnTo>
                  <a:lnTo>
                    <a:pt x="542178" y="4075175"/>
                  </a:lnTo>
                  <a:lnTo>
                    <a:pt x="553387" y="4112228"/>
                  </a:lnTo>
                  <a:lnTo>
                    <a:pt x="583326" y="4136775"/>
                  </a:lnTo>
                  <a:lnTo>
                    <a:pt x="608837" y="4141835"/>
                  </a:lnTo>
                  <a:lnTo>
                    <a:pt x="6303263" y="4141835"/>
                  </a:lnTo>
                  <a:lnTo>
                    <a:pt x="6303263" y="4873751"/>
                  </a:lnTo>
                  <a:close/>
                </a:path>
                <a:path w="6303645" h="4874260">
                  <a:moveTo>
                    <a:pt x="6303263" y="4141835"/>
                  </a:moveTo>
                  <a:lnTo>
                    <a:pt x="5695187" y="4141835"/>
                  </a:lnTo>
                  <a:lnTo>
                    <a:pt x="5701754" y="4141520"/>
                  </a:lnTo>
                  <a:lnTo>
                    <a:pt x="5708195" y="4140574"/>
                  </a:lnTo>
                  <a:lnTo>
                    <a:pt x="5742340" y="4122328"/>
                  </a:lnTo>
                  <a:lnTo>
                    <a:pt x="5760590" y="4088183"/>
                  </a:lnTo>
                  <a:lnTo>
                    <a:pt x="5761878" y="4075175"/>
                  </a:lnTo>
                  <a:lnTo>
                    <a:pt x="5761878" y="417575"/>
                  </a:lnTo>
                  <a:lnTo>
                    <a:pt x="5750638" y="380526"/>
                  </a:lnTo>
                  <a:lnTo>
                    <a:pt x="5720699" y="355975"/>
                  </a:lnTo>
                  <a:lnTo>
                    <a:pt x="5695187" y="350900"/>
                  </a:lnTo>
                  <a:lnTo>
                    <a:pt x="6303263" y="350900"/>
                  </a:lnTo>
                  <a:lnTo>
                    <a:pt x="6303263" y="4141835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6381750" y="1371599"/>
              <a:ext cx="5238750" cy="3810000"/>
            </a:xfrm>
            <a:custGeom>
              <a:avLst/>
              <a:gdLst/>
              <a:ahLst/>
              <a:cxnLst/>
              <a:rect l="l" t="t" r="r" b="b"/>
              <a:pathLst>
                <a:path w="5238750" h="3810000">
                  <a:moveTo>
                    <a:pt x="5167598" y="3810000"/>
                  </a:moveTo>
                  <a:lnTo>
                    <a:pt x="71199" y="3810000"/>
                  </a:lnTo>
                  <a:lnTo>
                    <a:pt x="66236" y="3809514"/>
                  </a:lnTo>
                  <a:lnTo>
                    <a:pt x="29708" y="3794379"/>
                  </a:lnTo>
                  <a:lnTo>
                    <a:pt x="3886" y="3758336"/>
                  </a:lnTo>
                  <a:lnTo>
                    <a:pt x="0" y="3738800"/>
                  </a:lnTo>
                  <a:lnTo>
                    <a:pt x="0" y="3733800"/>
                  </a:lnTo>
                  <a:lnTo>
                    <a:pt x="0" y="71199"/>
                  </a:lnTo>
                  <a:lnTo>
                    <a:pt x="15621" y="29708"/>
                  </a:lnTo>
                  <a:lnTo>
                    <a:pt x="51663" y="3886"/>
                  </a:lnTo>
                  <a:lnTo>
                    <a:pt x="71199" y="0"/>
                  </a:lnTo>
                  <a:lnTo>
                    <a:pt x="5167598" y="0"/>
                  </a:lnTo>
                  <a:lnTo>
                    <a:pt x="5209032" y="15620"/>
                  </a:lnTo>
                  <a:lnTo>
                    <a:pt x="5234844" y="51663"/>
                  </a:lnTo>
                  <a:lnTo>
                    <a:pt x="5238750" y="71199"/>
                  </a:lnTo>
                  <a:lnTo>
                    <a:pt x="5238750" y="3738800"/>
                  </a:lnTo>
                  <a:lnTo>
                    <a:pt x="5223129" y="3780291"/>
                  </a:lnTo>
                  <a:lnTo>
                    <a:pt x="5187124" y="3806113"/>
                  </a:lnTo>
                  <a:lnTo>
                    <a:pt x="5172551" y="3809514"/>
                  </a:lnTo>
                  <a:lnTo>
                    <a:pt x="5167598" y="3810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9950" y="1371599"/>
              <a:ext cx="3571859" cy="380999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82250" y="5238749"/>
              <a:ext cx="76200" cy="762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049000" y="5619749"/>
              <a:ext cx="114300" cy="1143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0444861" y="5239397"/>
              <a:ext cx="922655" cy="570230"/>
            </a:xfrm>
            <a:custGeom>
              <a:avLst/>
              <a:gdLst/>
              <a:ahLst/>
              <a:cxnLst/>
              <a:rect l="l" t="t" r="r" b="b"/>
              <a:pathLst>
                <a:path w="922654" h="570229">
                  <a:moveTo>
                    <a:pt x="922515" y="560933"/>
                  </a:moveTo>
                  <a:lnTo>
                    <a:pt x="148082" y="353441"/>
                  </a:lnTo>
                  <a:lnTo>
                    <a:pt x="745972" y="8242"/>
                  </a:lnTo>
                  <a:lnTo>
                    <a:pt x="741210" y="0"/>
                  </a:lnTo>
                  <a:lnTo>
                    <a:pt x="135077" y="349948"/>
                  </a:lnTo>
                  <a:lnTo>
                    <a:pt x="2463" y="314413"/>
                  </a:lnTo>
                  <a:lnTo>
                    <a:pt x="0" y="323608"/>
                  </a:lnTo>
                  <a:lnTo>
                    <a:pt x="123405" y="356679"/>
                  </a:lnTo>
                  <a:lnTo>
                    <a:pt x="81292" y="381000"/>
                  </a:lnTo>
                  <a:lnTo>
                    <a:pt x="86055" y="389242"/>
                  </a:lnTo>
                  <a:lnTo>
                    <a:pt x="136410" y="360172"/>
                  </a:lnTo>
                  <a:lnTo>
                    <a:pt x="920051" y="570141"/>
                  </a:lnTo>
                  <a:lnTo>
                    <a:pt x="922515" y="560933"/>
                  </a:lnTo>
                  <a:close/>
                </a:path>
              </a:pathLst>
            </a:custGeom>
            <a:solidFill>
              <a:srgbClr val="007BFF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58800" y="1192773"/>
            <a:ext cx="5888180" cy="4634474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231775">
              <a:lnSpc>
                <a:spcPct val="100000"/>
              </a:lnSpc>
              <a:spcBef>
                <a:spcPts val="1130"/>
              </a:spcBef>
            </a:pPr>
            <a:r>
              <a:rPr spc="-100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Model</a:t>
            </a:r>
            <a:r>
              <a:rPr spc="-125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pc="-75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Iteratif</a:t>
            </a:r>
            <a:r>
              <a:rPr spc="-120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pc="-130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Enam</a:t>
            </a:r>
            <a:r>
              <a:rPr spc="-125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pc="-10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Langkah</a:t>
            </a:r>
            <a:endParaRPr dirty="0">
              <a:latin typeface="Arial Rounded MT Bold" panose="020F0704030504030204" pitchFamily="34" charset="0"/>
              <a:cs typeface="Lucida Sans"/>
            </a:endParaRPr>
          </a:p>
          <a:p>
            <a:pPr marL="231775" marR="511809">
              <a:lnSpc>
                <a:spcPct val="108100"/>
              </a:lnSpc>
              <a:spcBef>
                <a:spcPts val="695"/>
              </a:spcBef>
            </a:pP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P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ros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st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ema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30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y</a:t>
            </a:r>
            <a:r>
              <a:rPr sz="130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ang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mencak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up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aha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p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an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i="1" spc="-20" dirty="0">
                <a:solidFill>
                  <a:srgbClr val="6B747D"/>
                </a:solidFill>
                <a:latin typeface="Arial Rounded MT Bold" panose="020F0704030504030204" pitchFamily="34" charset="0"/>
                <a:cs typeface="Arial"/>
              </a:rPr>
              <a:t>A</a:t>
            </a:r>
            <a:r>
              <a:rPr sz="1300" i="1" spc="-2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sz="1300" i="1" spc="-2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</a:t>
            </a:r>
            <a:r>
              <a:rPr sz="1300" i="1" spc="-20" dirty="0">
                <a:solidFill>
                  <a:srgbClr val="6B747D"/>
                </a:solidFill>
                <a:latin typeface="Arial Rounded MT Bold" panose="020F0704030504030204" pitchFamily="34" charset="0"/>
                <a:cs typeface="Arial"/>
              </a:rPr>
              <a:t>,</a:t>
            </a:r>
            <a:r>
              <a:rPr sz="1300" i="1" spc="-50" dirty="0">
                <a:solidFill>
                  <a:srgbClr val="6B747D"/>
                </a:solidFill>
                <a:latin typeface="Arial Rounded MT Bold" panose="020F0704030504030204" pitchFamily="34" charset="0"/>
                <a:cs typeface="Arial"/>
              </a:rPr>
              <a:t> </a:t>
            </a:r>
            <a:r>
              <a:rPr sz="1300" i="1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Pr</a:t>
            </a:r>
            <a:r>
              <a:rPr sz="1300" i="1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</a:t>
            </a:r>
            <a:r>
              <a:rPr sz="1300" i="1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par</a:t>
            </a:r>
            <a:r>
              <a:rPr sz="1300" i="1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</a:t>
            </a:r>
            <a:r>
              <a:rPr sz="1300" i="1" spc="-50" dirty="0">
                <a:solidFill>
                  <a:srgbClr val="6B747D"/>
                </a:solidFill>
                <a:latin typeface="Arial Rounded MT Bold" panose="020F0704030504030204" pitchFamily="34" charset="0"/>
                <a:cs typeface="Arial"/>
              </a:rPr>
              <a:t>, </a:t>
            </a:r>
            <a:r>
              <a:rPr sz="1300" i="1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Pro</a:t>
            </a:r>
            <a:r>
              <a:rPr sz="1300" i="1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ce</a:t>
            </a:r>
            <a:r>
              <a:rPr sz="1300" i="1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ss</a:t>
            </a:r>
            <a:r>
              <a:rPr sz="1300" i="1" dirty="0">
                <a:solidFill>
                  <a:srgbClr val="6B747D"/>
                </a:solidFill>
                <a:latin typeface="Arial Rounded MT Bold" panose="020F0704030504030204" pitchFamily="34" charset="0"/>
                <a:cs typeface="Arial"/>
              </a:rPr>
              <a:t>,</a:t>
            </a:r>
            <a:r>
              <a:rPr sz="1300" i="1" spc="-55" dirty="0">
                <a:solidFill>
                  <a:srgbClr val="6B747D"/>
                </a:solidFill>
                <a:latin typeface="Arial Rounded MT Bold" panose="020F0704030504030204" pitchFamily="34" charset="0"/>
                <a:cs typeface="Arial"/>
              </a:rPr>
              <a:t> A</a:t>
            </a:r>
            <a:r>
              <a:rPr sz="1300" i="1" spc="-5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300" i="1" spc="-5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i="1" spc="-5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l</a:t>
            </a:r>
            <a:r>
              <a:rPr sz="1300" i="1" spc="-5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yz</a:t>
            </a:r>
            <a:r>
              <a:rPr sz="1300" i="1" spc="-5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</a:t>
            </a:r>
            <a:r>
              <a:rPr sz="1300" i="1" spc="-55" dirty="0">
                <a:solidFill>
                  <a:srgbClr val="6B747D"/>
                </a:solidFill>
                <a:latin typeface="Arial Rounded MT Bold" panose="020F0704030504030204" pitchFamily="34" charset="0"/>
                <a:cs typeface="Arial"/>
              </a:rPr>
              <a:t>,</a:t>
            </a:r>
            <a:r>
              <a:rPr sz="1300" i="1" spc="-50" dirty="0">
                <a:solidFill>
                  <a:srgbClr val="6B747D"/>
                </a:solidFill>
                <a:latin typeface="Arial Rounded MT Bold" panose="020F0704030504030204" pitchFamily="34" charset="0"/>
                <a:cs typeface="Arial"/>
              </a:rPr>
              <a:t> </a:t>
            </a:r>
            <a:r>
              <a:rPr sz="1300" i="1" spc="-6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sz="1300" i="1" spc="-6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h</a:t>
            </a:r>
            <a:r>
              <a:rPr sz="1300" i="1" spc="-6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ar</a:t>
            </a:r>
            <a:r>
              <a:rPr sz="1300" i="1" spc="-6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</a:t>
            </a:r>
            <a:r>
              <a:rPr sz="1300" i="1" spc="-65" dirty="0">
                <a:solidFill>
                  <a:srgbClr val="6B747D"/>
                </a:solidFill>
                <a:latin typeface="Arial Rounded MT Bold" panose="020F0704030504030204" pitchFamily="34" charset="0"/>
                <a:cs typeface="Arial"/>
              </a:rPr>
              <a:t>,</a:t>
            </a:r>
            <a:r>
              <a:rPr sz="1300" i="1" spc="-50" dirty="0">
                <a:solidFill>
                  <a:srgbClr val="6B747D"/>
                </a:solidFill>
                <a:latin typeface="Arial Rounded MT Bold" panose="020F0704030504030204" pitchFamily="34" charset="0"/>
                <a:cs typeface="Arial"/>
              </a:rPr>
              <a:t> 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dan</a:t>
            </a:r>
            <a:r>
              <a:rPr sz="1300" spc="-6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i="1" dirty="0">
                <a:solidFill>
                  <a:srgbClr val="6B747D"/>
                </a:solidFill>
                <a:latin typeface="Arial Rounded MT Bold" panose="020F0704030504030204" pitchFamily="34" charset="0"/>
                <a:cs typeface="Arial"/>
              </a:rPr>
              <a:t>A</a:t>
            </a:r>
            <a:r>
              <a:rPr sz="1300" i="1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c</a:t>
            </a:r>
            <a:r>
              <a:rPr sz="1300" i="1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300" i="1" spc="-3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u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tu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meng</a:t>
            </a:r>
            <a:r>
              <a:rPr sz="13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u</a:t>
            </a:r>
            <a:r>
              <a:rPr sz="13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bah</a:t>
            </a:r>
            <a:r>
              <a:rPr sz="1300" spc="-6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da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a 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men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ah</a:t>
            </a:r>
            <a:r>
              <a:rPr sz="13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7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menjadi</a:t>
            </a:r>
            <a:r>
              <a:rPr sz="13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w</a:t>
            </a:r>
            <a:r>
              <a:rPr sz="130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130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w</a:t>
            </a:r>
            <a:r>
              <a:rPr sz="130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130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sz="130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an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bi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ni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30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y</a:t>
            </a:r>
            <a:r>
              <a:rPr sz="130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ang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be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r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ha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r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ga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.</a:t>
            </a:r>
            <a:endParaRPr sz="1300" dirty="0">
              <a:latin typeface="Arial Rounded MT Bold" panose="020F0704030504030204" pitchFamily="34" charset="0"/>
              <a:cs typeface="Lucida Sans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lang="en-US" sz="1300" dirty="0">
              <a:latin typeface="Arial Rounded MT Bold" panose="020F0704030504030204" pitchFamily="34" charset="0"/>
              <a:cs typeface="Lucida Sans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1300" dirty="0">
              <a:latin typeface="Arial Rounded MT Bold" panose="020F0704030504030204" pitchFamily="34" charset="0"/>
              <a:cs typeface="Lucida Sans"/>
            </a:endParaRPr>
          </a:p>
          <a:p>
            <a:pPr marL="231775">
              <a:lnSpc>
                <a:spcPct val="100000"/>
              </a:lnSpc>
            </a:pPr>
            <a:r>
              <a:rPr spc="-90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Fleksibilitas</a:t>
            </a:r>
            <a:r>
              <a:rPr spc="-60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pc="-114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untuk</a:t>
            </a:r>
            <a:r>
              <a:rPr spc="-110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pc="-10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Mengulang</a:t>
            </a:r>
            <a:endParaRPr dirty="0">
              <a:latin typeface="Arial Rounded MT Bold" panose="020F0704030504030204" pitchFamily="34" charset="0"/>
              <a:cs typeface="Lucida Sans"/>
            </a:endParaRPr>
          </a:p>
          <a:p>
            <a:pPr marL="231775" marR="5080">
              <a:lnSpc>
                <a:spcPct val="112500"/>
              </a:lnSpc>
              <a:spcBef>
                <a:spcPts val="725"/>
              </a:spcBef>
            </a:pP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Arial"/>
              </a:rPr>
              <a:t>A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nali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30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da</a:t>
            </a:r>
            <a:r>
              <a:rPr sz="130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30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b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u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kanlah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ga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r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300" spc="-7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l</a:t>
            </a:r>
            <a:r>
              <a:rPr sz="1300" spc="-7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urus. 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Jika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di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em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u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kan</a:t>
            </a:r>
            <a:r>
              <a:rPr sz="1300" spc="-6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an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o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mali</a:t>
            </a:r>
            <a:r>
              <a:rPr sz="1300" spc="-6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u 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ke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idakk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o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st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enan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p</a:t>
            </a:r>
            <a:r>
              <a:rPr sz="130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ada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aha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p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p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em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ros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an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,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anali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memiliki </a:t>
            </a:r>
            <a:r>
              <a:rPr sz="13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flek</a:t>
            </a:r>
            <a:r>
              <a:rPr sz="13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sz="13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ibili</a:t>
            </a:r>
            <a:r>
              <a:rPr sz="13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3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13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u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tu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</a:t>
            </a:r>
            <a:r>
              <a:rPr sz="1300" spc="-6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kembali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ke</a:t>
            </a:r>
            <a:r>
              <a:rPr sz="1300" spc="-6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aha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p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p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rs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ia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p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an</a:t>
            </a:r>
            <a:r>
              <a:rPr sz="1300" spc="-6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g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u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na</a:t>
            </a:r>
            <a:r>
              <a:rPr sz="1300" spc="50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mema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st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ikan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v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alidi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sz="1300" spc="-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da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.</a:t>
            </a:r>
            <a:endParaRPr sz="1300" dirty="0">
              <a:latin typeface="Arial Rounded MT Bold" panose="020F0704030504030204" pitchFamily="34" charset="0"/>
              <a:cs typeface="Lucida Sans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lang="en-US" sz="1350" dirty="0">
              <a:latin typeface="Arial Rounded MT Bold" panose="020F0704030504030204" pitchFamily="34" charset="0"/>
              <a:cs typeface="Lucida Sans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1350" dirty="0">
              <a:latin typeface="Arial Rounded MT Bold" panose="020F0704030504030204" pitchFamily="34" charset="0"/>
              <a:cs typeface="Lucida Sans"/>
            </a:endParaRPr>
          </a:p>
          <a:p>
            <a:pPr marL="231775">
              <a:lnSpc>
                <a:spcPct val="100000"/>
              </a:lnSpc>
            </a:pPr>
            <a:r>
              <a:rPr spc="-105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Alur</a:t>
            </a:r>
            <a:r>
              <a:rPr spc="-60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pc="-70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Pertanyaan</a:t>
            </a:r>
            <a:r>
              <a:rPr spc="-105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pc="-145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hingga</a:t>
            </a:r>
            <a:r>
              <a:rPr spc="-90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pc="-10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Solusi</a:t>
            </a:r>
            <a:endParaRPr dirty="0">
              <a:latin typeface="Arial Rounded MT Bold" panose="020F0704030504030204" pitchFamily="34" charset="0"/>
              <a:cs typeface="Lucida Sans"/>
            </a:endParaRPr>
          </a:p>
          <a:p>
            <a:pPr marL="469900" marR="136525">
              <a:lnSpc>
                <a:spcPct val="152300"/>
              </a:lnSpc>
              <a:spcBef>
                <a:spcPts val="145"/>
              </a:spcBef>
            </a:pP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Awa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Verdana"/>
              </a:rPr>
              <a:t>l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Comic Sans MS"/>
              </a:rPr>
              <a:t>:</a:t>
            </a:r>
            <a:r>
              <a:rPr sz="1300" spc="-85" dirty="0">
                <a:solidFill>
                  <a:srgbClr val="6B747D"/>
                </a:solidFill>
                <a:latin typeface="Arial Rounded MT Bold" panose="020F0704030504030204" pitchFamily="34" charset="0"/>
                <a:cs typeface="Comic Sans MS"/>
              </a:rPr>
              <a:t> 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Mendefini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ikan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p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rt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an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y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aan</a:t>
            </a:r>
            <a:r>
              <a:rPr sz="13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bi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ni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 </a:t>
            </a:r>
            <a:r>
              <a:rPr sz="130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y</a:t>
            </a:r>
            <a:r>
              <a:rPr sz="130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ang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p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(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Arial"/>
              </a:rPr>
              <a:t>A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). </a:t>
            </a:r>
            <a:r>
              <a:rPr sz="130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Pros</a:t>
            </a:r>
            <a:r>
              <a:rPr sz="1300" dirty="0">
                <a:solidFill>
                  <a:srgbClr val="6B747D"/>
                </a:solidFill>
                <a:latin typeface="Arial Rounded MT Bold" panose="020F0704030504030204" pitchFamily="34" charset="0"/>
                <a:cs typeface="Verdana"/>
              </a:rPr>
              <a:t>e</a:t>
            </a:r>
            <a:r>
              <a:rPr sz="130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sz="1300" dirty="0">
                <a:solidFill>
                  <a:srgbClr val="6B747D"/>
                </a:solidFill>
                <a:latin typeface="Arial Rounded MT Bold" panose="020F0704030504030204" pitchFamily="34" charset="0"/>
                <a:cs typeface="Comic Sans MS"/>
              </a:rPr>
              <a:t>:</a:t>
            </a:r>
            <a:r>
              <a:rPr sz="1300" spc="-90" dirty="0">
                <a:solidFill>
                  <a:srgbClr val="6B747D"/>
                </a:solidFill>
                <a:latin typeface="Arial Rounded MT Bold" panose="020F0704030504030204" pitchFamily="34" charset="0"/>
                <a:cs typeface="Comic Sans MS"/>
              </a:rPr>
              <a:t> 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Pembe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rs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ihan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dan</a:t>
            </a:r>
            <a:r>
              <a:rPr sz="1300" spc="-6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anali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t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ekni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30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y</a:t>
            </a:r>
            <a:r>
              <a:rPr sz="130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ang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mendalam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.</a:t>
            </a:r>
            <a:endParaRPr sz="1300" dirty="0">
              <a:latin typeface="Arial Rounded MT Bold" panose="020F0704030504030204" pitchFamily="34" charset="0"/>
              <a:cs typeface="Lucida Sans"/>
            </a:endParaRPr>
          </a:p>
          <a:p>
            <a:pPr marL="469900" marR="136525">
              <a:lnSpc>
                <a:spcPct val="110700"/>
              </a:lnSpc>
              <a:spcBef>
                <a:spcPts val="800"/>
              </a:spcBef>
            </a:pP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Has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Verdana"/>
              </a:rPr>
              <a:t>il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Comic Sans MS"/>
              </a:rPr>
              <a:t>:</a:t>
            </a:r>
            <a:r>
              <a:rPr sz="1300" spc="-65" dirty="0">
                <a:solidFill>
                  <a:srgbClr val="6B747D"/>
                </a:solidFill>
                <a:latin typeface="Arial Rounded MT Bold" panose="020F0704030504030204" pitchFamily="34" charset="0"/>
                <a:cs typeface="Comic Sans MS"/>
              </a:rPr>
              <a:t> 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Pengambilan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ke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putus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an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str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egi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sz="1300" spc="-1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3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be</a:t>
            </a:r>
            <a:r>
              <a:rPr sz="13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r</a:t>
            </a:r>
            <a:r>
              <a:rPr sz="13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da</a:t>
            </a:r>
            <a:r>
              <a:rPr sz="13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sz="13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13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r</a:t>
            </a:r>
            <a:r>
              <a:rPr sz="13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kan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b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u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 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(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Arial"/>
              </a:rPr>
              <a:t>A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c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t).</a:t>
            </a:r>
            <a:endParaRPr sz="1300" dirty="0">
              <a:latin typeface="Arial Rounded MT Bold" panose="020F0704030504030204" pitchFamily="34" charset="0"/>
              <a:cs typeface="Lucida San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191749" y="6000750"/>
            <a:ext cx="63133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85" y="57150"/>
                </a:moveTo>
                <a:lnTo>
                  <a:pt x="24764" y="57150"/>
                </a:lnTo>
                <a:lnTo>
                  <a:pt x="21145" y="56426"/>
                </a:lnTo>
                <a:lnTo>
                  <a:pt x="0" y="32365"/>
                </a:lnTo>
                <a:lnTo>
                  <a:pt x="0" y="24784"/>
                </a:lnTo>
                <a:lnTo>
                  <a:pt x="24764" y="0"/>
                </a:lnTo>
                <a:lnTo>
                  <a:pt x="32385" y="0"/>
                </a:lnTo>
                <a:lnTo>
                  <a:pt x="57150" y="24784"/>
                </a:lnTo>
                <a:lnTo>
                  <a:pt x="57150" y="28575"/>
                </a:lnTo>
                <a:lnTo>
                  <a:pt x="57150" y="32365"/>
                </a:lnTo>
                <a:lnTo>
                  <a:pt x="36004" y="56426"/>
                </a:lnTo>
                <a:lnTo>
                  <a:pt x="32385" y="57150"/>
                </a:lnTo>
                <a:close/>
              </a:path>
            </a:pathLst>
          </a:custGeom>
          <a:solidFill>
            <a:srgbClr val="007BFF">
              <a:alpha val="14999"/>
            </a:srgbClr>
          </a:solidFill>
        </p:spPr>
        <p:txBody>
          <a:bodyPr wrap="square" lIns="0" tIns="0" rIns="0" bIns="0" rtlCol="0"/>
          <a:lstStyle/>
          <a:p>
            <a:endParaRPr>
              <a:latin typeface="Arial Rounded MT Bold" panose="020F0704030504030204" pitchFamily="34" charset="0"/>
            </a:endParaRPr>
          </a:p>
        </p:txBody>
      </p:sp>
      <p:sp>
        <p:nvSpPr>
          <p:cNvPr id="18" name="object 26">
            <a:extLst>
              <a:ext uri="{FF2B5EF4-FFF2-40B4-BE49-F238E27FC236}">
                <a16:creationId xmlns:a16="http://schemas.microsoft.com/office/drawing/2014/main" id="{FE81740B-6BAC-48BD-9999-F49074FE94CF}"/>
              </a:ext>
            </a:extLst>
          </p:cNvPr>
          <p:cNvSpPr txBox="1"/>
          <p:nvPr/>
        </p:nvSpPr>
        <p:spPr>
          <a:xfrm>
            <a:off x="558800" y="6287372"/>
            <a:ext cx="4013200" cy="19171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spc="-3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©</a:t>
            </a:r>
            <a:r>
              <a:rPr sz="1150" spc="-6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150" spc="-85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2026</a:t>
            </a:r>
            <a:r>
              <a:rPr sz="1150" spc="-6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1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P</a:t>
            </a:r>
            <a:r>
              <a:rPr sz="11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eng</a:t>
            </a:r>
            <a:r>
              <a:rPr sz="11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1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0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1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0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r</a:t>
            </a:r>
            <a:r>
              <a:rPr sz="1050" spc="-3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li</a:t>
            </a:r>
            <a:r>
              <a:rPr sz="10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ik</a:t>
            </a:r>
            <a:r>
              <a:rPr sz="1150" spc="-45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150" spc="-5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Da</a:t>
            </a:r>
            <a:r>
              <a:rPr sz="1050" spc="-5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150" spc="-5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15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|</a:t>
            </a:r>
            <a:r>
              <a:rPr lang="en-US" sz="1150" spc="-6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 Cisco Networking Academy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58250" y="3524250"/>
            <a:ext cx="3333749" cy="333374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571500" y="1133475"/>
            <a:ext cx="11049000" cy="19050"/>
          </a:xfrm>
          <a:custGeom>
            <a:avLst/>
            <a:gdLst/>
            <a:ahLst/>
            <a:cxnLst/>
            <a:rect l="l" t="t" r="r" b="b"/>
            <a:pathLst>
              <a:path w="11049000" h="19050">
                <a:moveTo>
                  <a:pt x="11049000" y="19050"/>
                </a:moveTo>
                <a:lnTo>
                  <a:pt x="0" y="19050"/>
                </a:lnTo>
                <a:lnTo>
                  <a:pt x="0" y="0"/>
                </a:lnTo>
                <a:lnTo>
                  <a:pt x="11049000" y="0"/>
                </a:lnTo>
                <a:lnTo>
                  <a:pt x="11049000" y="19050"/>
                </a:lnTo>
                <a:close/>
              </a:path>
            </a:pathLst>
          </a:custGeom>
          <a:solidFill>
            <a:srgbClr val="E8ECEF"/>
          </a:solidFill>
        </p:spPr>
        <p:txBody>
          <a:bodyPr wrap="square" lIns="0" tIns="0" rIns="0" bIns="0" rtlCol="0"/>
          <a:lstStyle/>
          <a:p>
            <a:endParaRPr>
              <a:latin typeface="Arial Rounded MT Bold" panose="020F0704030504030204" pitchFamily="34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58800" y="503276"/>
            <a:ext cx="6299200" cy="48346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000" spc="-160" dirty="0">
                <a:latin typeface="Arial Rounded MT Bold" panose="020F0704030504030204" pitchFamily="34" charset="0"/>
                <a:cs typeface="Eras Bold ITC"/>
              </a:rPr>
              <a:t>6</a:t>
            </a:r>
            <a:r>
              <a:rPr sz="3000" spc="-150" dirty="0">
                <a:latin typeface="Arial Rounded MT Bold" panose="020F0704030504030204" pitchFamily="34" charset="0"/>
                <a:cs typeface="Eras Bold ITC"/>
              </a:rPr>
              <a:t> </a:t>
            </a:r>
            <a:r>
              <a:rPr sz="3000" spc="-175" dirty="0">
                <a:latin typeface="Arial Rounded MT Bold" panose="020F0704030504030204" pitchFamily="34" charset="0"/>
              </a:rPr>
              <a:t>Langkah</a:t>
            </a:r>
            <a:r>
              <a:rPr sz="3000" spc="-380" dirty="0">
                <a:latin typeface="Arial Rounded MT Bold" panose="020F0704030504030204" pitchFamily="34" charset="0"/>
              </a:rPr>
              <a:t> </a:t>
            </a:r>
            <a:r>
              <a:rPr sz="3000" spc="-20" dirty="0">
                <a:latin typeface="Arial Rounded MT Bold" panose="020F0704030504030204" pitchFamily="34" charset="0"/>
              </a:rPr>
              <a:t>Proses</a:t>
            </a:r>
            <a:r>
              <a:rPr sz="3000" spc="-280" dirty="0">
                <a:latin typeface="Arial Rounded MT Bold" panose="020F0704030504030204" pitchFamily="34" charset="0"/>
              </a:rPr>
              <a:t> </a:t>
            </a:r>
            <a:r>
              <a:rPr sz="3000" spc="-155" dirty="0">
                <a:latin typeface="Arial Rounded MT Bold" panose="020F0704030504030204" pitchFamily="34" charset="0"/>
              </a:rPr>
              <a:t>Analitik</a:t>
            </a:r>
            <a:r>
              <a:rPr sz="3000" spc="-375" dirty="0">
                <a:latin typeface="Arial Rounded MT Bold" panose="020F0704030504030204" pitchFamily="34" charset="0"/>
              </a:rPr>
              <a:t> </a:t>
            </a:r>
            <a:r>
              <a:rPr sz="3000" spc="-40" dirty="0">
                <a:latin typeface="Arial Rounded MT Bold" panose="020F0704030504030204" pitchFamily="34" charset="0"/>
              </a:rPr>
              <a:t>Data</a:t>
            </a:r>
            <a:endParaRPr sz="3000" dirty="0">
              <a:latin typeface="Arial Rounded MT Bold" panose="020F0704030504030204" pitchFamily="34" charset="0"/>
              <a:cs typeface="Eras Bold IT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36338" y="1339348"/>
            <a:ext cx="944880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610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01</a:t>
            </a:r>
            <a:endParaRPr sz="6600">
              <a:latin typeface="Arial Rounded MT Bold" panose="020F0704030504030204" pitchFamily="34" charset="0"/>
              <a:cs typeface="Lucida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07482" y="1339348"/>
            <a:ext cx="1052195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114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02</a:t>
            </a:r>
            <a:endParaRPr sz="6600">
              <a:latin typeface="Arial Rounded MT Bold" panose="020F0704030504030204" pitchFamily="34" charset="0"/>
              <a:cs typeface="Lucida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463942" y="1339348"/>
            <a:ext cx="1074420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25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03</a:t>
            </a:r>
            <a:endParaRPr sz="6600">
              <a:latin typeface="Arial Rounded MT Bold" panose="020F0704030504030204" pitchFamily="34" charset="0"/>
              <a:cs typeface="Lucida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90043" y="3720598"/>
            <a:ext cx="1091565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25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04</a:t>
            </a:r>
            <a:endParaRPr sz="6600">
              <a:latin typeface="Arial Rounded MT Bold" panose="020F0704030504030204" pitchFamily="34" charset="0"/>
              <a:cs typeface="Lucida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93195" y="3720598"/>
            <a:ext cx="1066800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50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05</a:t>
            </a:r>
            <a:endParaRPr sz="6600">
              <a:latin typeface="Arial Rounded MT Bold" panose="020F0704030504030204" pitchFamily="34" charset="0"/>
              <a:cs typeface="Lucida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459561" y="3720598"/>
            <a:ext cx="1078865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25" dirty="0">
                <a:solidFill>
                  <a:srgbClr val="007BFF"/>
                </a:solidFill>
                <a:latin typeface="Arial Rounded MT Bold" panose="020F0704030504030204" pitchFamily="34" charset="0"/>
                <a:cs typeface="Lucida Sans"/>
              </a:rPr>
              <a:t>06</a:t>
            </a:r>
            <a:endParaRPr sz="6600">
              <a:latin typeface="Arial Rounded MT Bold" panose="020F0704030504030204" pitchFamily="34" charset="0"/>
              <a:cs typeface="Lucida San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71500" y="1628775"/>
            <a:ext cx="3495675" cy="2000250"/>
            <a:chOff x="571500" y="1628775"/>
            <a:chExt cx="3495675" cy="2000250"/>
          </a:xfrm>
        </p:grpSpPr>
        <p:sp>
          <p:nvSpPr>
            <p:cNvPr id="12" name="object 12"/>
            <p:cNvSpPr/>
            <p:nvPr/>
          </p:nvSpPr>
          <p:spPr>
            <a:xfrm>
              <a:off x="571500" y="1628775"/>
              <a:ext cx="3495675" cy="2000250"/>
            </a:xfrm>
            <a:custGeom>
              <a:avLst/>
              <a:gdLst/>
              <a:ahLst/>
              <a:cxnLst/>
              <a:rect l="l" t="t" r="r" b="b"/>
              <a:pathLst>
                <a:path w="3495675" h="2000250">
                  <a:moveTo>
                    <a:pt x="3424475" y="2000250"/>
                  </a:moveTo>
                  <a:lnTo>
                    <a:pt x="71196" y="2000250"/>
                  </a:lnTo>
                  <a:lnTo>
                    <a:pt x="66241" y="1999764"/>
                  </a:lnTo>
                  <a:lnTo>
                    <a:pt x="29705" y="1984628"/>
                  </a:lnTo>
                  <a:lnTo>
                    <a:pt x="3885" y="1948586"/>
                  </a:lnTo>
                  <a:lnTo>
                    <a:pt x="0" y="1929050"/>
                  </a:lnTo>
                  <a:lnTo>
                    <a:pt x="0" y="1924050"/>
                  </a:lnTo>
                  <a:lnTo>
                    <a:pt x="0" y="71199"/>
                  </a:lnTo>
                  <a:lnTo>
                    <a:pt x="15621" y="29708"/>
                  </a:lnTo>
                  <a:lnTo>
                    <a:pt x="51661" y="3886"/>
                  </a:lnTo>
                  <a:lnTo>
                    <a:pt x="71196" y="0"/>
                  </a:lnTo>
                  <a:lnTo>
                    <a:pt x="3424475" y="0"/>
                  </a:lnTo>
                  <a:lnTo>
                    <a:pt x="3465966" y="15620"/>
                  </a:lnTo>
                  <a:lnTo>
                    <a:pt x="3491788" y="51663"/>
                  </a:lnTo>
                  <a:lnTo>
                    <a:pt x="3495675" y="71199"/>
                  </a:lnTo>
                  <a:lnTo>
                    <a:pt x="3495675" y="1929050"/>
                  </a:lnTo>
                  <a:lnTo>
                    <a:pt x="3480054" y="1970541"/>
                  </a:lnTo>
                  <a:lnTo>
                    <a:pt x="3444011" y="1996363"/>
                  </a:lnTo>
                  <a:lnTo>
                    <a:pt x="3429428" y="1999764"/>
                  </a:lnTo>
                  <a:lnTo>
                    <a:pt x="3424475" y="200025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771525" y="1828800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0" y="409575"/>
                  </a:moveTo>
                  <a:lnTo>
                    <a:pt x="0" y="66675"/>
                  </a:lnTo>
                  <a:lnTo>
                    <a:pt x="0" y="62293"/>
                  </a:lnTo>
                  <a:lnTo>
                    <a:pt x="426" y="57959"/>
                  </a:lnTo>
                  <a:lnTo>
                    <a:pt x="16432" y="22621"/>
                  </a:lnTo>
                  <a:lnTo>
                    <a:pt x="29632" y="11239"/>
                  </a:lnTo>
                  <a:lnTo>
                    <a:pt x="33272" y="8801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409575" y="0"/>
                  </a:lnTo>
                  <a:lnTo>
                    <a:pt x="413956" y="0"/>
                  </a:lnTo>
                  <a:lnTo>
                    <a:pt x="418290" y="428"/>
                  </a:lnTo>
                  <a:lnTo>
                    <a:pt x="422586" y="1285"/>
                  </a:lnTo>
                  <a:lnTo>
                    <a:pt x="426872" y="2133"/>
                  </a:lnTo>
                  <a:lnTo>
                    <a:pt x="446617" y="11239"/>
                  </a:lnTo>
                  <a:lnTo>
                    <a:pt x="450256" y="13668"/>
                  </a:lnTo>
                  <a:lnTo>
                    <a:pt x="453628" y="16430"/>
                  </a:lnTo>
                  <a:lnTo>
                    <a:pt x="456723" y="19526"/>
                  </a:lnTo>
                  <a:lnTo>
                    <a:pt x="459819" y="22621"/>
                  </a:lnTo>
                  <a:lnTo>
                    <a:pt x="462581" y="25993"/>
                  </a:lnTo>
                  <a:lnTo>
                    <a:pt x="465010" y="29632"/>
                  </a:lnTo>
                  <a:lnTo>
                    <a:pt x="467448" y="33270"/>
                  </a:lnTo>
                  <a:lnTo>
                    <a:pt x="474964" y="53663"/>
                  </a:lnTo>
                  <a:lnTo>
                    <a:pt x="475821" y="57959"/>
                  </a:lnTo>
                  <a:lnTo>
                    <a:pt x="476250" y="62293"/>
                  </a:lnTo>
                  <a:lnTo>
                    <a:pt x="476250" y="66675"/>
                  </a:lnTo>
                  <a:lnTo>
                    <a:pt x="476250" y="409575"/>
                  </a:lnTo>
                  <a:lnTo>
                    <a:pt x="476250" y="413956"/>
                  </a:lnTo>
                  <a:lnTo>
                    <a:pt x="475821" y="418290"/>
                  </a:lnTo>
                  <a:lnTo>
                    <a:pt x="474964" y="422586"/>
                  </a:lnTo>
                  <a:lnTo>
                    <a:pt x="474116" y="426872"/>
                  </a:lnTo>
                  <a:lnTo>
                    <a:pt x="465010" y="446617"/>
                  </a:lnTo>
                  <a:lnTo>
                    <a:pt x="462581" y="450256"/>
                  </a:lnTo>
                  <a:lnTo>
                    <a:pt x="459819" y="453628"/>
                  </a:lnTo>
                  <a:lnTo>
                    <a:pt x="456723" y="456723"/>
                  </a:lnTo>
                  <a:lnTo>
                    <a:pt x="453628" y="459819"/>
                  </a:lnTo>
                  <a:lnTo>
                    <a:pt x="450256" y="462581"/>
                  </a:lnTo>
                  <a:lnTo>
                    <a:pt x="446617" y="465010"/>
                  </a:lnTo>
                  <a:lnTo>
                    <a:pt x="442979" y="467448"/>
                  </a:lnTo>
                  <a:lnTo>
                    <a:pt x="422586" y="474964"/>
                  </a:lnTo>
                  <a:lnTo>
                    <a:pt x="418290" y="475821"/>
                  </a:lnTo>
                  <a:lnTo>
                    <a:pt x="413956" y="476250"/>
                  </a:lnTo>
                  <a:lnTo>
                    <a:pt x="409575" y="476250"/>
                  </a:lnTo>
                  <a:lnTo>
                    <a:pt x="66675" y="476250"/>
                  </a:lnTo>
                  <a:lnTo>
                    <a:pt x="62297" y="476250"/>
                  </a:lnTo>
                  <a:lnTo>
                    <a:pt x="57961" y="475821"/>
                  </a:lnTo>
                  <a:lnTo>
                    <a:pt x="53667" y="474964"/>
                  </a:lnTo>
                  <a:lnTo>
                    <a:pt x="49373" y="474116"/>
                  </a:lnTo>
                  <a:lnTo>
                    <a:pt x="29632" y="465010"/>
                  </a:lnTo>
                  <a:lnTo>
                    <a:pt x="25991" y="462581"/>
                  </a:lnTo>
                  <a:lnTo>
                    <a:pt x="3399" y="431044"/>
                  </a:lnTo>
                  <a:lnTo>
                    <a:pt x="0" y="413956"/>
                  </a:lnTo>
                  <a:lnTo>
                    <a:pt x="0" y="409575"/>
                  </a:lnTo>
                  <a:close/>
                </a:path>
              </a:pathLst>
            </a:custGeom>
            <a:ln w="19050">
              <a:solidFill>
                <a:srgbClr val="007B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7412" y="1944687"/>
              <a:ext cx="244474" cy="24447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749300" y="2292625"/>
            <a:ext cx="2638425" cy="1378647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pc="-85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Mengajukan</a:t>
            </a:r>
            <a:r>
              <a:rPr spc="-10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pc="-1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Pertanyaan</a:t>
            </a:r>
            <a:endParaRPr dirty="0">
              <a:latin typeface="Arial Rounded MT Bold" panose="020F0704030504030204" pitchFamily="34" charset="0"/>
              <a:cs typeface="Lucida Sans"/>
            </a:endParaRPr>
          </a:p>
          <a:p>
            <a:pPr marL="12700" marR="5080">
              <a:lnSpc>
                <a:spcPct val="112500"/>
              </a:lnSpc>
              <a:spcBef>
                <a:spcPts val="550"/>
              </a:spcBef>
            </a:pP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M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endefini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ik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 m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asa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l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h </a:t>
            </a:r>
            <a:r>
              <a:rPr sz="130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ya</a:t>
            </a:r>
            <a:r>
              <a:rPr sz="130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ng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p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r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l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u 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di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p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ec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hk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mem</a:t>
            </a:r>
            <a:r>
              <a:rPr sz="13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h</a:t>
            </a:r>
            <a:r>
              <a:rPr sz="13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mi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ek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sp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ek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tas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 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p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em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ngk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u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ke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p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en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ing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2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.</a:t>
            </a:r>
            <a:endParaRPr sz="1200" dirty="0">
              <a:latin typeface="Arial Rounded MT Bold" panose="020F0704030504030204" pitchFamily="34" charset="0"/>
              <a:cs typeface="Lucida San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352925" y="1628775"/>
            <a:ext cx="3486150" cy="2000250"/>
            <a:chOff x="4352925" y="1628775"/>
            <a:chExt cx="3486150" cy="2000250"/>
          </a:xfrm>
        </p:grpSpPr>
        <p:sp>
          <p:nvSpPr>
            <p:cNvPr id="17" name="object 17"/>
            <p:cNvSpPr/>
            <p:nvPr/>
          </p:nvSpPr>
          <p:spPr>
            <a:xfrm>
              <a:off x="4352925" y="1628775"/>
              <a:ext cx="3486150" cy="2000250"/>
            </a:xfrm>
            <a:custGeom>
              <a:avLst/>
              <a:gdLst/>
              <a:ahLst/>
              <a:cxnLst/>
              <a:rect l="l" t="t" r="r" b="b"/>
              <a:pathLst>
                <a:path w="3486150" h="2000250">
                  <a:moveTo>
                    <a:pt x="3414950" y="2000250"/>
                  </a:moveTo>
                  <a:lnTo>
                    <a:pt x="71199" y="2000250"/>
                  </a:lnTo>
                  <a:lnTo>
                    <a:pt x="66236" y="1999764"/>
                  </a:lnTo>
                  <a:lnTo>
                    <a:pt x="29708" y="1984628"/>
                  </a:lnTo>
                  <a:lnTo>
                    <a:pt x="3886" y="1948586"/>
                  </a:lnTo>
                  <a:lnTo>
                    <a:pt x="0" y="1929050"/>
                  </a:lnTo>
                  <a:lnTo>
                    <a:pt x="0" y="1924050"/>
                  </a:lnTo>
                  <a:lnTo>
                    <a:pt x="0" y="71199"/>
                  </a:lnTo>
                  <a:lnTo>
                    <a:pt x="15621" y="29708"/>
                  </a:lnTo>
                  <a:lnTo>
                    <a:pt x="51663" y="3886"/>
                  </a:lnTo>
                  <a:lnTo>
                    <a:pt x="71199" y="0"/>
                  </a:lnTo>
                  <a:lnTo>
                    <a:pt x="3414950" y="0"/>
                  </a:lnTo>
                  <a:lnTo>
                    <a:pt x="3456441" y="15620"/>
                  </a:lnTo>
                  <a:lnTo>
                    <a:pt x="3482263" y="51663"/>
                  </a:lnTo>
                  <a:lnTo>
                    <a:pt x="3486150" y="71199"/>
                  </a:lnTo>
                  <a:lnTo>
                    <a:pt x="3486150" y="1929050"/>
                  </a:lnTo>
                  <a:lnTo>
                    <a:pt x="3470529" y="1970541"/>
                  </a:lnTo>
                  <a:lnTo>
                    <a:pt x="3434486" y="1996363"/>
                  </a:lnTo>
                  <a:lnTo>
                    <a:pt x="3419903" y="1999764"/>
                  </a:lnTo>
                  <a:lnTo>
                    <a:pt x="3414950" y="200025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4552950" y="1828800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0" y="409575"/>
                  </a:moveTo>
                  <a:lnTo>
                    <a:pt x="0" y="66675"/>
                  </a:lnTo>
                  <a:lnTo>
                    <a:pt x="0" y="62293"/>
                  </a:lnTo>
                  <a:lnTo>
                    <a:pt x="428" y="57959"/>
                  </a:lnTo>
                  <a:lnTo>
                    <a:pt x="11239" y="29632"/>
                  </a:lnTo>
                  <a:lnTo>
                    <a:pt x="13668" y="25993"/>
                  </a:lnTo>
                  <a:lnTo>
                    <a:pt x="16430" y="22621"/>
                  </a:lnTo>
                  <a:lnTo>
                    <a:pt x="19526" y="19526"/>
                  </a:lnTo>
                  <a:lnTo>
                    <a:pt x="22621" y="16430"/>
                  </a:lnTo>
                  <a:lnTo>
                    <a:pt x="25993" y="13668"/>
                  </a:lnTo>
                  <a:lnTo>
                    <a:pt x="29632" y="11239"/>
                  </a:lnTo>
                  <a:lnTo>
                    <a:pt x="33270" y="8801"/>
                  </a:lnTo>
                  <a:lnTo>
                    <a:pt x="62293" y="0"/>
                  </a:lnTo>
                  <a:lnTo>
                    <a:pt x="66675" y="0"/>
                  </a:lnTo>
                  <a:lnTo>
                    <a:pt x="409575" y="0"/>
                  </a:lnTo>
                  <a:lnTo>
                    <a:pt x="413956" y="0"/>
                  </a:lnTo>
                  <a:lnTo>
                    <a:pt x="418290" y="428"/>
                  </a:lnTo>
                  <a:lnTo>
                    <a:pt x="422586" y="1285"/>
                  </a:lnTo>
                  <a:lnTo>
                    <a:pt x="426872" y="2133"/>
                  </a:lnTo>
                  <a:lnTo>
                    <a:pt x="446617" y="11239"/>
                  </a:lnTo>
                  <a:lnTo>
                    <a:pt x="450256" y="13668"/>
                  </a:lnTo>
                  <a:lnTo>
                    <a:pt x="465010" y="29632"/>
                  </a:lnTo>
                  <a:lnTo>
                    <a:pt x="467448" y="33270"/>
                  </a:lnTo>
                  <a:lnTo>
                    <a:pt x="474964" y="53663"/>
                  </a:lnTo>
                  <a:lnTo>
                    <a:pt x="475821" y="57959"/>
                  </a:lnTo>
                  <a:lnTo>
                    <a:pt x="476250" y="62293"/>
                  </a:lnTo>
                  <a:lnTo>
                    <a:pt x="476250" y="66675"/>
                  </a:lnTo>
                  <a:lnTo>
                    <a:pt x="476250" y="409575"/>
                  </a:lnTo>
                  <a:lnTo>
                    <a:pt x="476250" y="413956"/>
                  </a:lnTo>
                  <a:lnTo>
                    <a:pt x="475821" y="418290"/>
                  </a:lnTo>
                  <a:lnTo>
                    <a:pt x="474964" y="422586"/>
                  </a:lnTo>
                  <a:lnTo>
                    <a:pt x="474116" y="426872"/>
                  </a:lnTo>
                  <a:lnTo>
                    <a:pt x="465010" y="446617"/>
                  </a:lnTo>
                  <a:lnTo>
                    <a:pt x="462581" y="450256"/>
                  </a:lnTo>
                  <a:lnTo>
                    <a:pt x="446617" y="465010"/>
                  </a:lnTo>
                  <a:lnTo>
                    <a:pt x="442979" y="467448"/>
                  </a:lnTo>
                  <a:lnTo>
                    <a:pt x="422586" y="474964"/>
                  </a:lnTo>
                  <a:lnTo>
                    <a:pt x="418290" y="475821"/>
                  </a:lnTo>
                  <a:lnTo>
                    <a:pt x="413956" y="476250"/>
                  </a:lnTo>
                  <a:lnTo>
                    <a:pt x="409575" y="476250"/>
                  </a:lnTo>
                  <a:lnTo>
                    <a:pt x="66675" y="476250"/>
                  </a:lnTo>
                  <a:lnTo>
                    <a:pt x="62293" y="476250"/>
                  </a:lnTo>
                  <a:lnTo>
                    <a:pt x="57959" y="475821"/>
                  </a:lnTo>
                  <a:lnTo>
                    <a:pt x="53663" y="474964"/>
                  </a:lnTo>
                  <a:lnTo>
                    <a:pt x="49377" y="474116"/>
                  </a:lnTo>
                  <a:lnTo>
                    <a:pt x="29632" y="465010"/>
                  </a:lnTo>
                  <a:lnTo>
                    <a:pt x="25993" y="462581"/>
                  </a:lnTo>
                  <a:lnTo>
                    <a:pt x="22621" y="459819"/>
                  </a:lnTo>
                  <a:lnTo>
                    <a:pt x="19526" y="456723"/>
                  </a:lnTo>
                  <a:lnTo>
                    <a:pt x="16430" y="453628"/>
                  </a:lnTo>
                  <a:lnTo>
                    <a:pt x="13668" y="450256"/>
                  </a:lnTo>
                  <a:lnTo>
                    <a:pt x="11239" y="446617"/>
                  </a:lnTo>
                  <a:lnTo>
                    <a:pt x="8801" y="442979"/>
                  </a:lnTo>
                  <a:lnTo>
                    <a:pt x="0" y="413956"/>
                  </a:lnTo>
                  <a:lnTo>
                    <a:pt x="0" y="409575"/>
                  </a:lnTo>
                  <a:close/>
                </a:path>
              </a:pathLst>
            </a:custGeom>
            <a:ln w="19050">
              <a:solidFill>
                <a:srgbClr val="007B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79934" y="1944687"/>
              <a:ext cx="222249" cy="244474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4527448" y="2292625"/>
            <a:ext cx="2907030" cy="115256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pc="-7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Mempersiapkan </a:t>
            </a:r>
            <a:r>
              <a:rPr spc="-2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Data</a:t>
            </a:r>
            <a:endParaRPr dirty="0">
              <a:latin typeface="Arial Rounded MT Bold" panose="020F0704030504030204" pitchFamily="34" charset="0"/>
              <a:cs typeface="Lucida Sans"/>
            </a:endParaRPr>
          </a:p>
          <a:p>
            <a:pPr marL="12700" marR="5080">
              <a:lnSpc>
                <a:spcPct val="112500"/>
              </a:lnSpc>
              <a:spcBef>
                <a:spcPts val="550"/>
              </a:spcBef>
            </a:pP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M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eng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u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m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pu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lk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men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y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im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pa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inf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or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m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as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 </a:t>
            </a:r>
            <a:r>
              <a:rPr sz="130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ya</a:t>
            </a:r>
            <a:r>
              <a:rPr sz="130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ng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dig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u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u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tu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 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pros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 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li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 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el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nj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ut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ya</a:t>
            </a:r>
            <a:r>
              <a:rPr sz="12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.</a:t>
            </a:r>
            <a:endParaRPr sz="1200" dirty="0">
              <a:latin typeface="Arial Rounded MT Bold" panose="020F0704030504030204" pitchFamily="34" charset="0"/>
              <a:cs typeface="Lucida San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124825" y="1628775"/>
            <a:ext cx="3495675" cy="2000250"/>
            <a:chOff x="8124825" y="1628775"/>
            <a:chExt cx="3495675" cy="2000250"/>
          </a:xfrm>
        </p:grpSpPr>
        <p:sp>
          <p:nvSpPr>
            <p:cNvPr id="22" name="object 22"/>
            <p:cNvSpPr/>
            <p:nvPr/>
          </p:nvSpPr>
          <p:spPr>
            <a:xfrm>
              <a:off x="8124825" y="1628775"/>
              <a:ext cx="3495675" cy="2000250"/>
            </a:xfrm>
            <a:custGeom>
              <a:avLst/>
              <a:gdLst/>
              <a:ahLst/>
              <a:cxnLst/>
              <a:rect l="l" t="t" r="r" b="b"/>
              <a:pathLst>
                <a:path w="3495675" h="2000250">
                  <a:moveTo>
                    <a:pt x="3424523" y="2000250"/>
                  </a:moveTo>
                  <a:lnTo>
                    <a:pt x="71199" y="2000250"/>
                  </a:lnTo>
                  <a:lnTo>
                    <a:pt x="66236" y="1999764"/>
                  </a:lnTo>
                  <a:lnTo>
                    <a:pt x="29708" y="1984628"/>
                  </a:lnTo>
                  <a:lnTo>
                    <a:pt x="3886" y="1948586"/>
                  </a:lnTo>
                  <a:lnTo>
                    <a:pt x="0" y="1929050"/>
                  </a:lnTo>
                  <a:lnTo>
                    <a:pt x="0" y="1924050"/>
                  </a:lnTo>
                  <a:lnTo>
                    <a:pt x="0" y="71199"/>
                  </a:lnTo>
                  <a:lnTo>
                    <a:pt x="15621" y="29708"/>
                  </a:lnTo>
                  <a:lnTo>
                    <a:pt x="51663" y="3886"/>
                  </a:lnTo>
                  <a:lnTo>
                    <a:pt x="71199" y="0"/>
                  </a:lnTo>
                  <a:lnTo>
                    <a:pt x="3424523" y="0"/>
                  </a:lnTo>
                  <a:lnTo>
                    <a:pt x="3465957" y="15620"/>
                  </a:lnTo>
                  <a:lnTo>
                    <a:pt x="3491769" y="51663"/>
                  </a:lnTo>
                  <a:lnTo>
                    <a:pt x="3495675" y="71199"/>
                  </a:lnTo>
                  <a:lnTo>
                    <a:pt x="3495675" y="1929050"/>
                  </a:lnTo>
                  <a:lnTo>
                    <a:pt x="3480054" y="1970541"/>
                  </a:lnTo>
                  <a:lnTo>
                    <a:pt x="3444049" y="1996363"/>
                  </a:lnTo>
                  <a:lnTo>
                    <a:pt x="3429476" y="1999764"/>
                  </a:lnTo>
                  <a:lnTo>
                    <a:pt x="3424523" y="200025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8324850" y="1828800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0" y="409575"/>
                  </a:moveTo>
                  <a:lnTo>
                    <a:pt x="0" y="66675"/>
                  </a:lnTo>
                  <a:lnTo>
                    <a:pt x="0" y="62293"/>
                  </a:lnTo>
                  <a:lnTo>
                    <a:pt x="428" y="57959"/>
                  </a:lnTo>
                  <a:lnTo>
                    <a:pt x="11239" y="29632"/>
                  </a:lnTo>
                  <a:lnTo>
                    <a:pt x="13668" y="25993"/>
                  </a:lnTo>
                  <a:lnTo>
                    <a:pt x="29632" y="11239"/>
                  </a:lnTo>
                  <a:lnTo>
                    <a:pt x="33270" y="8801"/>
                  </a:lnTo>
                  <a:lnTo>
                    <a:pt x="37109" y="6753"/>
                  </a:lnTo>
                  <a:lnTo>
                    <a:pt x="41157" y="5076"/>
                  </a:lnTo>
                  <a:lnTo>
                    <a:pt x="45205" y="3400"/>
                  </a:lnTo>
                  <a:lnTo>
                    <a:pt x="49368" y="2133"/>
                  </a:lnTo>
                  <a:lnTo>
                    <a:pt x="53663" y="1276"/>
                  </a:lnTo>
                  <a:lnTo>
                    <a:pt x="57959" y="428"/>
                  </a:lnTo>
                  <a:lnTo>
                    <a:pt x="62293" y="0"/>
                  </a:lnTo>
                  <a:lnTo>
                    <a:pt x="66675" y="0"/>
                  </a:lnTo>
                  <a:lnTo>
                    <a:pt x="409575" y="0"/>
                  </a:lnTo>
                  <a:lnTo>
                    <a:pt x="413956" y="0"/>
                  </a:lnTo>
                  <a:lnTo>
                    <a:pt x="418290" y="428"/>
                  </a:lnTo>
                  <a:lnTo>
                    <a:pt x="422586" y="1285"/>
                  </a:lnTo>
                  <a:lnTo>
                    <a:pt x="426872" y="2133"/>
                  </a:lnTo>
                  <a:lnTo>
                    <a:pt x="446617" y="11239"/>
                  </a:lnTo>
                  <a:lnTo>
                    <a:pt x="450256" y="13668"/>
                  </a:lnTo>
                  <a:lnTo>
                    <a:pt x="465010" y="29632"/>
                  </a:lnTo>
                  <a:lnTo>
                    <a:pt x="467448" y="33270"/>
                  </a:lnTo>
                  <a:lnTo>
                    <a:pt x="474964" y="53663"/>
                  </a:lnTo>
                  <a:lnTo>
                    <a:pt x="475821" y="57959"/>
                  </a:lnTo>
                  <a:lnTo>
                    <a:pt x="476250" y="62293"/>
                  </a:lnTo>
                  <a:lnTo>
                    <a:pt x="476250" y="66675"/>
                  </a:lnTo>
                  <a:lnTo>
                    <a:pt x="476250" y="409575"/>
                  </a:lnTo>
                  <a:lnTo>
                    <a:pt x="476250" y="413956"/>
                  </a:lnTo>
                  <a:lnTo>
                    <a:pt x="475821" y="418290"/>
                  </a:lnTo>
                  <a:lnTo>
                    <a:pt x="474964" y="422586"/>
                  </a:lnTo>
                  <a:lnTo>
                    <a:pt x="474116" y="426872"/>
                  </a:lnTo>
                  <a:lnTo>
                    <a:pt x="465010" y="446617"/>
                  </a:lnTo>
                  <a:lnTo>
                    <a:pt x="462581" y="450256"/>
                  </a:lnTo>
                  <a:lnTo>
                    <a:pt x="446617" y="465010"/>
                  </a:lnTo>
                  <a:lnTo>
                    <a:pt x="442979" y="467448"/>
                  </a:lnTo>
                  <a:lnTo>
                    <a:pt x="422586" y="474964"/>
                  </a:lnTo>
                  <a:lnTo>
                    <a:pt x="418290" y="475821"/>
                  </a:lnTo>
                  <a:lnTo>
                    <a:pt x="413956" y="476250"/>
                  </a:lnTo>
                  <a:lnTo>
                    <a:pt x="409575" y="476250"/>
                  </a:lnTo>
                  <a:lnTo>
                    <a:pt x="66675" y="476250"/>
                  </a:lnTo>
                  <a:lnTo>
                    <a:pt x="62293" y="476250"/>
                  </a:lnTo>
                  <a:lnTo>
                    <a:pt x="57959" y="475821"/>
                  </a:lnTo>
                  <a:lnTo>
                    <a:pt x="53663" y="474964"/>
                  </a:lnTo>
                  <a:lnTo>
                    <a:pt x="49368" y="474116"/>
                  </a:lnTo>
                  <a:lnTo>
                    <a:pt x="45205" y="472849"/>
                  </a:lnTo>
                  <a:lnTo>
                    <a:pt x="41157" y="471173"/>
                  </a:lnTo>
                  <a:lnTo>
                    <a:pt x="37109" y="469496"/>
                  </a:lnTo>
                  <a:lnTo>
                    <a:pt x="33270" y="467448"/>
                  </a:lnTo>
                  <a:lnTo>
                    <a:pt x="29632" y="465010"/>
                  </a:lnTo>
                  <a:lnTo>
                    <a:pt x="25993" y="462581"/>
                  </a:lnTo>
                  <a:lnTo>
                    <a:pt x="11239" y="446617"/>
                  </a:lnTo>
                  <a:lnTo>
                    <a:pt x="8801" y="442979"/>
                  </a:lnTo>
                  <a:lnTo>
                    <a:pt x="0" y="413956"/>
                  </a:lnTo>
                  <a:lnTo>
                    <a:pt x="0" y="409575"/>
                  </a:lnTo>
                  <a:close/>
                </a:path>
              </a:pathLst>
            </a:custGeom>
            <a:ln w="19050">
              <a:solidFill>
                <a:srgbClr val="007B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40722" y="1944687"/>
              <a:ext cx="244474" cy="244474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8305748" y="2292625"/>
            <a:ext cx="2845435" cy="115256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pc="-5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Memproses</a:t>
            </a:r>
            <a:r>
              <a:rPr spc="-95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pc="-2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Data</a:t>
            </a:r>
            <a:endParaRPr dirty="0">
              <a:latin typeface="Arial Rounded MT Bold" panose="020F0704030504030204" pitchFamily="34" charset="0"/>
              <a:cs typeface="Lucida Sans"/>
            </a:endParaRPr>
          </a:p>
          <a:p>
            <a:pPr marL="12700" marR="5080">
              <a:lnSpc>
                <a:spcPct val="112500"/>
              </a:lnSpc>
              <a:spcBef>
                <a:spcPts val="550"/>
              </a:spcBef>
            </a:pP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M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embe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rs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ihk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ata</a:t>
            </a:r>
            <a:r>
              <a:rPr sz="13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u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tu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menghil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ngk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 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ke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id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kk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o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st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en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300" spc="-1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300" spc="-1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mem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ast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ik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 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in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eg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r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tas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ata.</a:t>
            </a:r>
            <a:endParaRPr sz="1300" dirty="0">
              <a:latin typeface="Arial Rounded MT Bold" panose="020F0704030504030204" pitchFamily="34" charset="0"/>
              <a:cs typeface="Lucida Sans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71500" y="4010025"/>
            <a:ext cx="3495675" cy="1990725"/>
            <a:chOff x="571500" y="4010025"/>
            <a:chExt cx="3495675" cy="1990725"/>
          </a:xfrm>
        </p:grpSpPr>
        <p:sp>
          <p:nvSpPr>
            <p:cNvPr id="27" name="object 27"/>
            <p:cNvSpPr/>
            <p:nvPr/>
          </p:nvSpPr>
          <p:spPr>
            <a:xfrm>
              <a:off x="571500" y="4010025"/>
              <a:ext cx="3495675" cy="1990725"/>
            </a:xfrm>
            <a:custGeom>
              <a:avLst/>
              <a:gdLst/>
              <a:ahLst/>
              <a:cxnLst/>
              <a:rect l="l" t="t" r="r" b="b"/>
              <a:pathLst>
                <a:path w="3495675" h="1990725">
                  <a:moveTo>
                    <a:pt x="3424475" y="1990725"/>
                  </a:moveTo>
                  <a:lnTo>
                    <a:pt x="71196" y="1990725"/>
                  </a:lnTo>
                  <a:lnTo>
                    <a:pt x="66241" y="1990239"/>
                  </a:lnTo>
                  <a:lnTo>
                    <a:pt x="29705" y="1975103"/>
                  </a:lnTo>
                  <a:lnTo>
                    <a:pt x="3885" y="1939061"/>
                  </a:lnTo>
                  <a:lnTo>
                    <a:pt x="0" y="1919525"/>
                  </a:lnTo>
                  <a:lnTo>
                    <a:pt x="0" y="1914525"/>
                  </a:lnTo>
                  <a:lnTo>
                    <a:pt x="0" y="71199"/>
                  </a:lnTo>
                  <a:lnTo>
                    <a:pt x="15621" y="29708"/>
                  </a:lnTo>
                  <a:lnTo>
                    <a:pt x="51661" y="3886"/>
                  </a:lnTo>
                  <a:lnTo>
                    <a:pt x="71196" y="0"/>
                  </a:lnTo>
                  <a:lnTo>
                    <a:pt x="3424475" y="0"/>
                  </a:lnTo>
                  <a:lnTo>
                    <a:pt x="3465966" y="15621"/>
                  </a:lnTo>
                  <a:lnTo>
                    <a:pt x="3491788" y="51663"/>
                  </a:lnTo>
                  <a:lnTo>
                    <a:pt x="3495675" y="71199"/>
                  </a:lnTo>
                  <a:lnTo>
                    <a:pt x="3495675" y="1919525"/>
                  </a:lnTo>
                  <a:lnTo>
                    <a:pt x="3480054" y="1961016"/>
                  </a:lnTo>
                  <a:lnTo>
                    <a:pt x="3444011" y="1986838"/>
                  </a:lnTo>
                  <a:lnTo>
                    <a:pt x="3429428" y="1990239"/>
                  </a:lnTo>
                  <a:lnTo>
                    <a:pt x="3424475" y="1990725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771525" y="4210050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0" y="409575"/>
                  </a:moveTo>
                  <a:lnTo>
                    <a:pt x="0" y="66675"/>
                  </a:lnTo>
                  <a:lnTo>
                    <a:pt x="0" y="62293"/>
                  </a:lnTo>
                  <a:lnTo>
                    <a:pt x="426" y="57959"/>
                  </a:lnTo>
                  <a:lnTo>
                    <a:pt x="1281" y="53663"/>
                  </a:lnTo>
                  <a:lnTo>
                    <a:pt x="2135" y="49368"/>
                  </a:lnTo>
                  <a:lnTo>
                    <a:pt x="3399" y="45205"/>
                  </a:lnTo>
                  <a:lnTo>
                    <a:pt x="5074" y="41157"/>
                  </a:lnTo>
                  <a:lnTo>
                    <a:pt x="6750" y="37118"/>
                  </a:lnTo>
                  <a:lnTo>
                    <a:pt x="8803" y="33270"/>
                  </a:lnTo>
                  <a:lnTo>
                    <a:pt x="11236" y="29632"/>
                  </a:lnTo>
                  <a:lnTo>
                    <a:pt x="13669" y="25993"/>
                  </a:lnTo>
                  <a:lnTo>
                    <a:pt x="29632" y="11239"/>
                  </a:lnTo>
                  <a:lnTo>
                    <a:pt x="33272" y="8801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409575" y="0"/>
                  </a:lnTo>
                  <a:lnTo>
                    <a:pt x="413956" y="0"/>
                  </a:lnTo>
                  <a:lnTo>
                    <a:pt x="418290" y="428"/>
                  </a:lnTo>
                  <a:lnTo>
                    <a:pt x="446617" y="11239"/>
                  </a:lnTo>
                  <a:lnTo>
                    <a:pt x="450256" y="13668"/>
                  </a:lnTo>
                  <a:lnTo>
                    <a:pt x="453628" y="16430"/>
                  </a:lnTo>
                  <a:lnTo>
                    <a:pt x="456723" y="19526"/>
                  </a:lnTo>
                  <a:lnTo>
                    <a:pt x="459819" y="22621"/>
                  </a:lnTo>
                  <a:lnTo>
                    <a:pt x="462581" y="25993"/>
                  </a:lnTo>
                  <a:lnTo>
                    <a:pt x="465010" y="29632"/>
                  </a:lnTo>
                  <a:lnTo>
                    <a:pt x="467448" y="33270"/>
                  </a:lnTo>
                  <a:lnTo>
                    <a:pt x="474964" y="53663"/>
                  </a:lnTo>
                  <a:lnTo>
                    <a:pt x="475821" y="57959"/>
                  </a:lnTo>
                  <a:lnTo>
                    <a:pt x="476250" y="62293"/>
                  </a:lnTo>
                  <a:lnTo>
                    <a:pt x="476250" y="66675"/>
                  </a:lnTo>
                  <a:lnTo>
                    <a:pt x="476250" y="409575"/>
                  </a:lnTo>
                  <a:lnTo>
                    <a:pt x="476250" y="413956"/>
                  </a:lnTo>
                  <a:lnTo>
                    <a:pt x="475821" y="418290"/>
                  </a:lnTo>
                  <a:lnTo>
                    <a:pt x="474964" y="422586"/>
                  </a:lnTo>
                  <a:lnTo>
                    <a:pt x="474116" y="426872"/>
                  </a:lnTo>
                  <a:lnTo>
                    <a:pt x="465010" y="446617"/>
                  </a:lnTo>
                  <a:lnTo>
                    <a:pt x="462581" y="450256"/>
                  </a:lnTo>
                  <a:lnTo>
                    <a:pt x="459819" y="453628"/>
                  </a:lnTo>
                  <a:lnTo>
                    <a:pt x="456723" y="456723"/>
                  </a:lnTo>
                  <a:lnTo>
                    <a:pt x="453628" y="459819"/>
                  </a:lnTo>
                  <a:lnTo>
                    <a:pt x="450256" y="462581"/>
                  </a:lnTo>
                  <a:lnTo>
                    <a:pt x="446617" y="465010"/>
                  </a:lnTo>
                  <a:lnTo>
                    <a:pt x="442979" y="467448"/>
                  </a:lnTo>
                  <a:lnTo>
                    <a:pt x="422586" y="474964"/>
                  </a:lnTo>
                  <a:lnTo>
                    <a:pt x="418290" y="475821"/>
                  </a:lnTo>
                  <a:lnTo>
                    <a:pt x="413956" y="476250"/>
                  </a:lnTo>
                  <a:lnTo>
                    <a:pt x="409575" y="476250"/>
                  </a:lnTo>
                  <a:lnTo>
                    <a:pt x="66675" y="476250"/>
                  </a:lnTo>
                  <a:lnTo>
                    <a:pt x="62297" y="476250"/>
                  </a:lnTo>
                  <a:lnTo>
                    <a:pt x="57961" y="475821"/>
                  </a:lnTo>
                  <a:lnTo>
                    <a:pt x="53667" y="474964"/>
                  </a:lnTo>
                  <a:lnTo>
                    <a:pt x="49373" y="474116"/>
                  </a:lnTo>
                  <a:lnTo>
                    <a:pt x="29632" y="465010"/>
                  </a:lnTo>
                  <a:lnTo>
                    <a:pt x="25991" y="462581"/>
                  </a:lnTo>
                  <a:lnTo>
                    <a:pt x="11236" y="446617"/>
                  </a:lnTo>
                  <a:lnTo>
                    <a:pt x="8803" y="442979"/>
                  </a:lnTo>
                  <a:lnTo>
                    <a:pt x="0" y="413956"/>
                  </a:lnTo>
                  <a:lnTo>
                    <a:pt x="0" y="409575"/>
                  </a:lnTo>
                  <a:close/>
                </a:path>
              </a:pathLst>
            </a:custGeom>
            <a:ln w="19050">
              <a:solidFill>
                <a:srgbClr val="007B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8524" y="4337034"/>
              <a:ext cx="222249" cy="222249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749300" y="4673875"/>
            <a:ext cx="3021330" cy="115256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pc="-6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Menganalisis</a:t>
            </a:r>
            <a:r>
              <a:rPr spc="-7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pc="-2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Data</a:t>
            </a:r>
            <a:endParaRPr dirty="0">
              <a:latin typeface="Arial Rounded MT Bold" panose="020F0704030504030204" pitchFamily="34" charset="0"/>
              <a:cs typeface="Lucida Sans"/>
            </a:endParaRPr>
          </a:p>
          <a:p>
            <a:pPr marL="12700" marR="5080" algn="l">
              <a:lnSpc>
                <a:spcPct val="112500"/>
              </a:lnSpc>
              <a:spcBef>
                <a:spcPts val="550"/>
              </a:spcBef>
            </a:pPr>
            <a:r>
              <a:rPr sz="13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M</a:t>
            </a:r>
            <a:r>
              <a:rPr sz="13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engg</a:t>
            </a:r>
            <a:r>
              <a:rPr sz="13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u</a:t>
            </a:r>
            <a:r>
              <a:rPr sz="13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3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</a:t>
            </a:r>
            <a:r>
              <a:rPr sz="13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l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at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eknik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stat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st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ik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u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tu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 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menem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u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7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po</a:t>
            </a:r>
            <a:r>
              <a:rPr sz="1300" spc="-7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l</a:t>
            </a:r>
            <a:r>
              <a:rPr sz="1300" spc="-7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a,</a:t>
            </a:r>
            <a:r>
              <a:rPr sz="13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3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tr</a:t>
            </a:r>
            <a:r>
              <a:rPr sz="13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en</a:t>
            </a:r>
            <a:r>
              <a:rPr sz="13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,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3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h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u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b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u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ng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3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l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m 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ata</a:t>
            </a:r>
            <a:r>
              <a:rPr sz="12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.</a:t>
            </a:r>
            <a:endParaRPr sz="1200" dirty="0">
              <a:latin typeface="Arial Rounded MT Bold" panose="020F0704030504030204" pitchFamily="34" charset="0"/>
              <a:cs typeface="Lucida Sans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352925" y="4010025"/>
            <a:ext cx="3486150" cy="1990725"/>
            <a:chOff x="4352925" y="4010025"/>
            <a:chExt cx="3486150" cy="1990725"/>
          </a:xfrm>
        </p:grpSpPr>
        <p:sp>
          <p:nvSpPr>
            <p:cNvPr id="32" name="object 32"/>
            <p:cNvSpPr/>
            <p:nvPr/>
          </p:nvSpPr>
          <p:spPr>
            <a:xfrm>
              <a:off x="4352925" y="4010025"/>
              <a:ext cx="3486150" cy="1990725"/>
            </a:xfrm>
            <a:custGeom>
              <a:avLst/>
              <a:gdLst/>
              <a:ahLst/>
              <a:cxnLst/>
              <a:rect l="l" t="t" r="r" b="b"/>
              <a:pathLst>
                <a:path w="3486150" h="1990725">
                  <a:moveTo>
                    <a:pt x="3414950" y="1990725"/>
                  </a:moveTo>
                  <a:lnTo>
                    <a:pt x="71199" y="1990725"/>
                  </a:lnTo>
                  <a:lnTo>
                    <a:pt x="66236" y="1990239"/>
                  </a:lnTo>
                  <a:lnTo>
                    <a:pt x="29708" y="1975103"/>
                  </a:lnTo>
                  <a:lnTo>
                    <a:pt x="3886" y="1939061"/>
                  </a:lnTo>
                  <a:lnTo>
                    <a:pt x="0" y="1919525"/>
                  </a:lnTo>
                  <a:lnTo>
                    <a:pt x="0" y="1914525"/>
                  </a:lnTo>
                  <a:lnTo>
                    <a:pt x="0" y="71199"/>
                  </a:lnTo>
                  <a:lnTo>
                    <a:pt x="15621" y="29708"/>
                  </a:lnTo>
                  <a:lnTo>
                    <a:pt x="51663" y="3886"/>
                  </a:lnTo>
                  <a:lnTo>
                    <a:pt x="71199" y="0"/>
                  </a:lnTo>
                  <a:lnTo>
                    <a:pt x="3414950" y="0"/>
                  </a:lnTo>
                  <a:lnTo>
                    <a:pt x="3456441" y="15621"/>
                  </a:lnTo>
                  <a:lnTo>
                    <a:pt x="3482263" y="51663"/>
                  </a:lnTo>
                  <a:lnTo>
                    <a:pt x="3486150" y="71199"/>
                  </a:lnTo>
                  <a:lnTo>
                    <a:pt x="3486150" y="1919525"/>
                  </a:lnTo>
                  <a:lnTo>
                    <a:pt x="3470529" y="1961016"/>
                  </a:lnTo>
                  <a:lnTo>
                    <a:pt x="3434486" y="1986838"/>
                  </a:lnTo>
                  <a:lnTo>
                    <a:pt x="3419903" y="1990239"/>
                  </a:lnTo>
                  <a:lnTo>
                    <a:pt x="3414950" y="1990725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4552950" y="4210050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0" y="409575"/>
                  </a:moveTo>
                  <a:lnTo>
                    <a:pt x="0" y="66675"/>
                  </a:lnTo>
                  <a:lnTo>
                    <a:pt x="0" y="62293"/>
                  </a:lnTo>
                  <a:lnTo>
                    <a:pt x="428" y="57959"/>
                  </a:lnTo>
                  <a:lnTo>
                    <a:pt x="11239" y="29632"/>
                  </a:lnTo>
                  <a:lnTo>
                    <a:pt x="13668" y="25993"/>
                  </a:lnTo>
                  <a:lnTo>
                    <a:pt x="16430" y="22621"/>
                  </a:lnTo>
                  <a:lnTo>
                    <a:pt x="19526" y="19526"/>
                  </a:lnTo>
                  <a:lnTo>
                    <a:pt x="22621" y="16430"/>
                  </a:lnTo>
                  <a:lnTo>
                    <a:pt x="25993" y="13668"/>
                  </a:lnTo>
                  <a:lnTo>
                    <a:pt x="29632" y="11239"/>
                  </a:lnTo>
                  <a:lnTo>
                    <a:pt x="33270" y="8801"/>
                  </a:lnTo>
                  <a:lnTo>
                    <a:pt x="62293" y="0"/>
                  </a:lnTo>
                  <a:lnTo>
                    <a:pt x="66675" y="0"/>
                  </a:lnTo>
                  <a:lnTo>
                    <a:pt x="409575" y="0"/>
                  </a:lnTo>
                  <a:lnTo>
                    <a:pt x="413956" y="0"/>
                  </a:lnTo>
                  <a:lnTo>
                    <a:pt x="418290" y="428"/>
                  </a:lnTo>
                  <a:lnTo>
                    <a:pt x="446617" y="11239"/>
                  </a:lnTo>
                  <a:lnTo>
                    <a:pt x="450256" y="13668"/>
                  </a:lnTo>
                  <a:lnTo>
                    <a:pt x="465010" y="29632"/>
                  </a:lnTo>
                  <a:lnTo>
                    <a:pt x="467448" y="33270"/>
                  </a:lnTo>
                  <a:lnTo>
                    <a:pt x="474964" y="53663"/>
                  </a:lnTo>
                  <a:lnTo>
                    <a:pt x="475821" y="57959"/>
                  </a:lnTo>
                  <a:lnTo>
                    <a:pt x="476250" y="62293"/>
                  </a:lnTo>
                  <a:lnTo>
                    <a:pt x="476250" y="66675"/>
                  </a:lnTo>
                  <a:lnTo>
                    <a:pt x="476250" y="409575"/>
                  </a:lnTo>
                  <a:lnTo>
                    <a:pt x="476250" y="413956"/>
                  </a:lnTo>
                  <a:lnTo>
                    <a:pt x="475821" y="418290"/>
                  </a:lnTo>
                  <a:lnTo>
                    <a:pt x="474964" y="422586"/>
                  </a:lnTo>
                  <a:lnTo>
                    <a:pt x="474116" y="426872"/>
                  </a:lnTo>
                  <a:lnTo>
                    <a:pt x="465010" y="446617"/>
                  </a:lnTo>
                  <a:lnTo>
                    <a:pt x="462581" y="450256"/>
                  </a:lnTo>
                  <a:lnTo>
                    <a:pt x="446617" y="465010"/>
                  </a:lnTo>
                  <a:lnTo>
                    <a:pt x="442979" y="467448"/>
                  </a:lnTo>
                  <a:lnTo>
                    <a:pt x="422586" y="474964"/>
                  </a:lnTo>
                  <a:lnTo>
                    <a:pt x="418290" y="475821"/>
                  </a:lnTo>
                  <a:lnTo>
                    <a:pt x="413956" y="476250"/>
                  </a:lnTo>
                  <a:lnTo>
                    <a:pt x="409575" y="476250"/>
                  </a:lnTo>
                  <a:lnTo>
                    <a:pt x="66675" y="476250"/>
                  </a:lnTo>
                  <a:lnTo>
                    <a:pt x="62293" y="476250"/>
                  </a:lnTo>
                  <a:lnTo>
                    <a:pt x="57959" y="475821"/>
                  </a:lnTo>
                  <a:lnTo>
                    <a:pt x="53663" y="474964"/>
                  </a:lnTo>
                  <a:lnTo>
                    <a:pt x="49377" y="474116"/>
                  </a:lnTo>
                  <a:lnTo>
                    <a:pt x="29632" y="465010"/>
                  </a:lnTo>
                  <a:lnTo>
                    <a:pt x="25993" y="462581"/>
                  </a:lnTo>
                  <a:lnTo>
                    <a:pt x="22621" y="459819"/>
                  </a:lnTo>
                  <a:lnTo>
                    <a:pt x="19526" y="456723"/>
                  </a:lnTo>
                  <a:lnTo>
                    <a:pt x="16430" y="453628"/>
                  </a:lnTo>
                  <a:lnTo>
                    <a:pt x="13668" y="450256"/>
                  </a:lnTo>
                  <a:lnTo>
                    <a:pt x="11239" y="446617"/>
                  </a:lnTo>
                  <a:lnTo>
                    <a:pt x="8801" y="442979"/>
                  </a:lnTo>
                  <a:lnTo>
                    <a:pt x="0" y="413956"/>
                  </a:lnTo>
                  <a:lnTo>
                    <a:pt x="0" y="409575"/>
                  </a:lnTo>
                  <a:close/>
                </a:path>
              </a:pathLst>
            </a:custGeom>
            <a:ln w="19050">
              <a:solidFill>
                <a:srgbClr val="007B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4724384" y="4359259"/>
              <a:ext cx="133350" cy="177800"/>
            </a:xfrm>
            <a:custGeom>
              <a:avLst/>
              <a:gdLst/>
              <a:ahLst/>
              <a:cxnLst/>
              <a:rect l="l" t="t" r="r" b="b"/>
              <a:pathLst>
                <a:path w="133350" h="177800">
                  <a:moveTo>
                    <a:pt x="133349" y="177799"/>
                  </a:moveTo>
                  <a:lnTo>
                    <a:pt x="133349" y="66674"/>
                  </a:lnTo>
                </a:path>
                <a:path w="133350" h="177800">
                  <a:moveTo>
                    <a:pt x="66674" y="177799"/>
                  </a:moveTo>
                  <a:lnTo>
                    <a:pt x="66674" y="0"/>
                  </a:lnTo>
                </a:path>
                <a:path w="133350" h="177800">
                  <a:moveTo>
                    <a:pt x="0" y="177799"/>
                  </a:moveTo>
                  <a:lnTo>
                    <a:pt x="0" y="111124"/>
                  </a:lnTo>
                </a:path>
              </a:pathLst>
            </a:custGeom>
            <a:ln w="22224">
              <a:solidFill>
                <a:srgbClr val="007B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4527448" y="4673875"/>
            <a:ext cx="3008630" cy="115256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pc="-6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Berbagi</a:t>
            </a:r>
            <a:r>
              <a:rPr spc="-145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pc="-1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Temuan</a:t>
            </a:r>
            <a:endParaRPr dirty="0">
              <a:latin typeface="Arial Rounded MT Bold" panose="020F0704030504030204" pitchFamily="34" charset="0"/>
              <a:cs typeface="Lucida Sans"/>
            </a:endParaRPr>
          </a:p>
          <a:p>
            <a:pPr marL="12700" marR="5080">
              <a:lnSpc>
                <a:spcPct val="112500"/>
              </a:lnSpc>
              <a:spcBef>
                <a:spcPts val="550"/>
              </a:spcBef>
            </a:pP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M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em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v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sua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li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sas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ik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3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h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as</a:t>
            </a:r>
            <a:r>
              <a:rPr sz="13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il</a:t>
            </a:r>
            <a:r>
              <a:rPr sz="13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li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g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ar</a:t>
            </a:r>
            <a:r>
              <a:rPr sz="1300" spc="-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3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m</a:t>
            </a:r>
            <a:r>
              <a:rPr sz="13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u</a:t>
            </a:r>
            <a:r>
              <a:rPr sz="13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</a:t>
            </a:r>
            <a:r>
              <a:rPr sz="13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h 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di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pa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h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mi </a:t>
            </a:r>
            <a:r>
              <a:rPr sz="13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o</a:t>
            </a:r>
            <a:r>
              <a:rPr sz="13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leh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au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dien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p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eng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mbil ke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putusa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.</a:t>
            </a:r>
            <a:endParaRPr sz="1300" dirty="0">
              <a:latin typeface="Arial Rounded MT Bold" panose="020F0704030504030204" pitchFamily="34" charset="0"/>
              <a:cs typeface="Lucida Sans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8124825" y="4010025"/>
            <a:ext cx="3495675" cy="1990725"/>
            <a:chOff x="8124825" y="4010025"/>
            <a:chExt cx="3495675" cy="1990725"/>
          </a:xfrm>
        </p:grpSpPr>
        <p:sp>
          <p:nvSpPr>
            <p:cNvPr id="37" name="object 37"/>
            <p:cNvSpPr/>
            <p:nvPr/>
          </p:nvSpPr>
          <p:spPr>
            <a:xfrm>
              <a:off x="8124825" y="4010025"/>
              <a:ext cx="3495675" cy="1990725"/>
            </a:xfrm>
            <a:custGeom>
              <a:avLst/>
              <a:gdLst/>
              <a:ahLst/>
              <a:cxnLst/>
              <a:rect l="l" t="t" r="r" b="b"/>
              <a:pathLst>
                <a:path w="3495675" h="1990725">
                  <a:moveTo>
                    <a:pt x="3424523" y="1990725"/>
                  </a:moveTo>
                  <a:lnTo>
                    <a:pt x="71199" y="1990725"/>
                  </a:lnTo>
                  <a:lnTo>
                    <a:pt x="66236" y="1990239"/>
                  </a:lnTo>
                  <a:lnTo>
                    <a:pt x="29708" y="1975103"/>
                  </a:lnTo>
                  <a:lnTo>
                    <a:pt x="3886" y="1939061"/>
                  </a:lnTo>
                  <a:lnTo>
                    <a:pt x="0" y="1919525"/>
                  </a:lnTo>
                  <a:lnTo>
                    <a:pt x="0" y="1914525"/>
                  </a:lnTo>
                  <a:lnTo>
                    <a:pt x="0" y="71199"/>
                  </a:lnTo>
                  <a:lnTo>
                    <a:pt x="15621" y="29708"/>
                  </a:lnTo>
                  <a:lnTo>
                    <a:pt x="51663" y="3886"/>
                  </a:lnTo>
                  <a:lnTo>
                    <a:pt x="71199" y="0"/>
                  </a:lnTo>
                  <a:lnTo>
                    <a:pt x="3424523" y="0"/>
                  </a:lnTo>
                  <a:lnTo>
                    <a:pt x="3465957" y="15621"/>
                  </a:lnTo>
                  <a:lnTo>
                    <a:pt x="3491769" y="51663"/>
                  </a:lnTo>
                  <a:lnTo>
                    <a:pt x="3495675" y="71199"/>
                  </a:lnTo>
                  <a:lnTo>
                    <a:pt x="3495675" y="1919525"/>
                  </a:lnTo>
                  <a:lnTo>
                    <a:pt x="3480054" y="1961016"/>
                  </a:lnTo>
                  <a:lnTo>
                    <a:pt x="3444049" y="1986838"/>
                  </a:lnTo>
                  <a:lnTo>
                    <a:pt x="3429476" y="1990239"/>
                  </a:lnTo>
                  <a:lnTo>
                    <a:pt x="3424523" y="1990725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8324850" y="4210050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0" y="409575"/>
                  </a:moveTo>
                  <a:lnTo>
                    <a:pt x="0" y="66675"/>
                  </a:lnTo>
                  <a:lnTo>
                    <a:pt x="0" y="62293"/>
                  </a:lnTo>
                  <a:lnTo>
                    <a:pt x="428" y="57959"/>
                  </a:lnTo>
                  <a:lnTo>
                    <a:pt x="11239" y="29632"/>
                  </a:lnTo>
                  <a:lnTo>
                    <a:pt x="13668" y="25993"/>
                  </a:lnTo>
                  <a:lnTo>
                    <a:pt x="29632" y="11239"/>
                  </a:lnTo>
                  <a:lnTo>
                    <a:pt x="33270" y="8801"/>
                  </a:lnTo>
                  <a:lnTo>
                    <a:pt x="37109" y="6753"/>
                  </a:lnTo>
                  <a:lnTo>
                    <a:pt x="41157" y="5076"/>
                  </a:lnTo>
                  <a:lnTo>
                    <a:pt x="45205" y="3400"/>
                  </a:lnTo>
                  <a:lnTo>
                    <a:pt x="49368" y="2133"/>
                  </a:lnTo>
                  <a:lnTo>
                    <a:pt x="53663" y="1276"/>
                  </a:lnTo>
                  <a:lnTo>
                    <a:pt x="57959" y="428"/>
                  </a:lnTo>
                  <a:lnTo>
                    <a:pt x="62293" y="0"/>
                  </a:lnTo>
                  <a:lnTo>
                    <a:pt x="66675" y="0"/>
                  </a:lnTo>
                  <a:lnTo>
                    <a:pt x="409575" y="0"/>
                  </a:lnTo>
                  <a:lnTo>
                    <a:pt x="413956" y="0"/>
                  </a:lnTo>
                  <a:lnTo>
                    <a:pt x="418290" y="428"/>
                  </a:lnTo>
                  <a:lnTo>
                    <a:pt x="446617" y="11239"/>
                  </a:lnTo>
                  <a:lnTo>
                    <a:pt x="450256" y="13668"/>
                  </a:lnTo>
                  <a:lnTo>
                    <a:pt x="465010" y="29632"/>
                  </a:lnTo>
                  <a:lnTo>
                    <a:pt x="467448" y="33270"/>
                  </a:lnTo>
                  <a:lnTo>
                    <a:pt x="474964" y="53663"/>
                  </a:lnTo>
                  <a:lnTo>
                    <a:pt x="475821" y="57959"/>
                  </a:lnTo>
                  <a:lnTo>
                    <a:pt x="476250" y="62293"/>
                  </a:lnTo>
                  <a:lnTo>
                    <a:pt x="476250" y="66675"/>
                  </a:lnTo>
                  <a:lnTo>
                    <a:pt x="476250" y="409575"/>
                  </a:lnTo>
                  <a:lnTo>
                    <a:pt x="476250" y="413956"/>
                  </a:lnTo>
                  <a:lnTo>
                    <a:pt x="475821" y="418290"/>
                  </a:lnTo>
                  <a:lnTo>
                    <a:pt x="474964" y="422586"/>
                  </a:lnTo>
                  <a:lnTo>
                    <a:pt x="474116" y="426872"/>
                  </a:lnTo>
                  <a:lnTo>
                    <a:pt x="465010" y="446617"/>
                  </a:lnTo>
                  <a:lnTo>
                    <a:pt x="462581" y="450256"/>
                  </a:lnTo>
                  <a:lnTo>
                    <a:pt x="446617" y="465010"/>
                  </a:lnTo>
                  <a:lnTo>
                    <a:pt x="442979" y="467448"/>
                  </a:lnTo>
                  <a:lnTo>
                    <a:pt x="422586" y="474964"/>
                  </a:lnTo>
                  <a:lnTo>
                    <a:pt x="418290" y="475821"/>
                  </a:lnTo>
                  <a:lnTo>
                    <a:pt x="413956" y="476250"/>
                  </a:lnTo>
                  <a:lnTo>
                    <a:pt x="409575" y="476250"/>
                  </a:lnTo>
                  <a:lnTo>
                    <a:pt x="66675" y="476250"/>
                  </a:lnTo>
                  <a:lnTo>
                    <a:pt x="62293" y="476250"/>
                  </a:lnTo>
                  <a:lnTo>
                    <a:pt x="57959" y="475821"/>
                  </a:lnTo>
                  <a:lnTo>
                    <a:pt x="53663" y="474964"/>
                  </a:lnTo>
                  <a:lnTo>
                    <a:pt x="49368" y="474116"/>
                  </a:lnTo>
                  <a:lnTo>
                    <a:pt x="45205" y="472849"/>
                  </a:lnTo>
                  <a:lnTo>
                    <a:pt x="41157" y="471173"/>
                  </a:lnTo>
                  <a:lnTo>
                    <a:pt x="37109" y="469496"/>
                  </a:lnTo>
                  <a:lnTo>
                    <a:pt x="33270" y="467448"/>
                  </a:lnTo>
                  <a:lnTo>
                    <a:pt x="29632" y="465010"/>
                  </a:lnTo>
                  <a:lnTo>
                    <a:pt x="25993" y="462581"/>
                  </a:lnTo>
                  <a:lnTo>
                    <a:pt x="11239" y="446617"/>
                  </a:lnTo>
                  <a:lnTo>
                    <a:pt x="8801" y="442979"/>
                  </a:lnTo>
                  <a:lnTo>
                    <a:pt x="0" y="413956"/>
                  </a:lnTo>
                  <a:lnTo>
                    <a:pt x="0" y="409575"/>
                  </a:lnTo>
                  <a:close/>
                </a:path>
              </a:pathLst>
            </a:custGeom>
            <a:ln w="19050">
              <a:solidFill>
                <a:srgbClr val="007B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pic>
          <p:nvPicPr>
            <p:cNvPr id="39" name="object 3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51834" y="4337034"/>
              <a:ext cx="233362" cy="222249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8305748" y="4673875"/>
            <a:ext cx="2873375" cy="1378647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pc="-105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Mengambil</a:t>
            </a:r>
            <a:r>
              <a:rPr spc="-11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pc="-1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Tindakan</a:t>
            </a:r>
            <a:endParaRPr dirty="0">
              <a:latin typeface="Arial Rounded MT Bold" panose="020F0704030504030204" pitchFamily="34" charset="0"/>
              <a:cs typeface="Lucida Sans"/>
            </a:endParaRPr>
          </a:p>
          <a:p>
            <a:pPr marL="12700" marR="5080">
              <a:lnSpc>
                <a:spcPct val="112500"/>
              </a:lnSpc>
              <a:spcBef>
                <a:spcPts val="550"/>
              </a:spcBef>
            </a:pP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M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ene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rap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 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wawasa</a:t>
            </a:r>
            <a:r>
              <a:rPr sz="13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ya</a:t>
            </a:r>
            <a:r>
              <a:rPr sz="130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ng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di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p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ro</a:t>
            </a:r>
            <a:r>
              <a:rPr sz="13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leh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ar</a:t>
            </a:r>
            <a:r>
              <a:rPr sz="13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 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ata 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u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tu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men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y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ele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sa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ik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3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m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asa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l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3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h</a:t>
            </a:r>
            <a:r>
              <a:rPr sz="13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bi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ni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s </a:t>
            </a:r>
            <a:r>
              <a:rPr sz="130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ya</a:t>
            </a:r>
            <a:r>
              <a:rPr sz="130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ng</a:t>
            </a:r>
            <a:r>
              <a:rPr sz="1300" spc="-7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3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Lucida Sans"/>
              </a:rPr>
              <a:t>yata.</a:t>
            </a:r>
            <a:endParaRPr sz="1300" dirty="0">
              <a:latin typeface="Arial Rounded MT Bold" panose="020F0704030504030204" pitchFamily="34" charset="0"/>
              <a:cs typeface="Lucida Sans"/>
            </a:endParaRPr>
          </a:p>
        </p:txBody>
      </p:sp>
      <p:sp>
        <p:nvSpPr>
          <p:cNvPr id="42" name="object 26">
            <a:extLst>
              <a:ext uri="{FF2B5EF4-FFF2-40B4-BE49-F238E27FC236}">
                <a16:creationId xmlns:a16="http://schemas.microsoft.com/office/drawing/2014/main" id="{CD0DF210-2580-45C1-BE0C-EF512CBF8867}"/>
              </a:ext>
            </a:extLst>
          </p:cNvPr>
          <p:cNvSpPr txBox="1"/>
          <p:nvPr/>
        </p:nvSpPr>
        <p:spPr>
          <a:xfrm>
            <a:off x="558800" y="6287372"/>
            <a:ext cx="4013200" cy="19171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spc="-3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©</a:t>
            </a:r>
            <a:r>
              <a:rPr sz="1150" spc="-6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150" spc="-85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2026</a:t>
            </a:r>
            <a:r>
              <a:rPr sz="1150" spc="-6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1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P</a:t>
            </a:r>
            <a:r>
              <a:rPr sz="11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eng</a:t>
            </a:r>
            <a:r>
              <a:rPr sz="11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1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0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1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0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r</a:t>
            </a:r>
            <a:r>
              <a:rPr sz="1050" spc="-3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li</a:t>
            </a:r>
            <a:r>
              <a:rPr sz="10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ik</a:t>
            </a:r>
            <a:r>
              <a:rPr sz="1150" spc="-45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150" spc="-5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Da</a:t>
            </a:r>
            <a:r>
              <a:rPr sz="1050" spc="-5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150" spc="-5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15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|</a:t>
            </a:r>
            <a:r>
              <a:rPr lang="en-US" sz="1150" spc="-6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 Cisco Networking Academy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575309" y="5528309"/>
            <a:ext cx="754380" cy="868680"/>
            <a:chOff x="575309" y="5528309"/>
            <a:chExt cx="754380" cy="8686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1109" y="5642609"/>
              <a:ext cx="68579" cy="685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5309" y="5528309"/>
              <a:ext cx="68579" cy="685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8209" y="5985509"/>
              <a:ext cx="68579" cy="685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9609" y="6328409"/>
              <a:ext cx="68579" cy="6857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09599" y="5562599"/>
              <a:ext cx="685800" cy="114300"/>
            </a:xfrm>
            <a:custGeom>
              <a:avLst/>
              <a:gdLst/>
              <a:ahLst/>
              <a:cxnLst/>
              <a:rect l="l" t="t" r="r" b="b"/>
              <a:pathLst>
                <a:path w="685800" h="114300">
                  <a:moveTo>
                    <a:pt x="685799" y="114299"/>
                  </a:moveTo>
                  <a:lnTo>
                    <a:pt x="0" y="0"/>
                  </a:lnTo>
                </a:path>
              </a:pathLst>
            </a:custGeom>
            <a:solidFill>
              <a:srgbClr val="000000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609599" y="5562599"/>
              <a:ext cx="685800" cy="114300"/>
            </a:xfrm>
            <a:custGeom>
              <a:avLst/>
              <a:gdLst/>
              <a:ahLst/>
              <a:cxnLst/>
              <a:rect l="l" t="t" r="r" b="b"/>
              <a:pathLst>
                <a:path w="685800" h="114300">
                  <a:moveTo>
                    <a:pt x="0" y="0"/>
                  </a:moveTo>
                  <a:lnTo>
                    <a:pt x="685799" y="114299"/>
                  </a:lnTo>
                </a:path>
              </a:pathLst>
            </a:custGeom>
            <a:ln w="11429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952499" y="5676899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0" y="342899"/>
                  </a:moveTo>
                  <a:lnTo>
                    <a:pt x="342899" y="0"/>
                  </a:lnTo>
                </a:path>
              </a:pathLst>
            </a:custGeom>
            <a:solidFill>
              <a:srgbClr val="000000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952499" y="5676899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342899" y="0"/>
                  </a:moveTo>
                  <a:lnTo>
                    <a:pt x="0" y="342899"/>
                  </a:lnTo>
                </a:path>
              </a:pathLst>
            </a:custGeom>
            <a:ln w="11429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09599" y="5562599"/>
              <a:ext cx="342900" cy="457200"/>
            </a:xfrm>
            <a:custGeom>
              <a:avLst/>
              <a:gdLst/>
              <a:ahLst/>
              <a:cxnLst/>
              <a:rect l="l" t="t" r="r" b="b"/>
              <a:pathLst>
                <a:path w="342900" h="457200">
                  <a:moveTo>
                    <a:pt x="342899" y="457199"/>
                  </a:moveTo>
                  <a:lnTo>
                    <a:pt x="0" y="0"/>
                  </a:lnTo>
                </a:path>
              </a:pathLst>
            </a:custGeom>
            <a:solidFill>
              <a:srgbClr val="000000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609599" y="5562599"/>
              <a:ext cx="342900" cy="457200"/>
            </a:xfrm>
            <a:custGeom>
              <a:avLst/>
              <a:gdLst/>
              <a:ahLst/>
              <a:cxnLst/>
              <a:rect l="l" t="t" r="r" b="b"/>
              <a:pathLst>
                <a:path w="342900" h="457200">
                  <a:moveTo>
                    <a:pt x="342899" y="457199"/>
                  </a:moveTo>
                  <a:lnTo>
                    <a:pt x="0" y="0"/>
                  </a:lnTo>
                </a:path>
              </a:pathLst>
            </a:custGeom>
            <a:ln w="11429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723899" y="6019799"/>
              <a:ext cx="228600" cy="342900"/>
            </a:xfrm>
            <a:custGeom>
              <a:avLst/>
              <a:gdLst/>
              <a:ahLst/>
              <a:cxnLst/>
              <a:rect l="l" t="t" r="r" b="b"/>
              <a:pathLst>
                <a:path w="228600" h="342900">
                  <a:moveTo>
                    <a:pt x="0" y="342899"/>
                  </a:moveTo>
                  <a:lnTo>
                    <a:pt x="228599" y="0"/>
                  </a:lnTo>
                </a:path>
              </a:pathLst>
            </a:custGeom>
            <a:solidFill>
              <a:srgbClr val="000000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723899" y="6019799"/>
              <a:ext cx="228600" cy="342900"/>
            </a:xfrm>
            <a:custGeom>
              <a:avLst/>
              <a:gdLst/>
              <a:ahLst/>
              <a:cxnLst/>
              <a:rect l="l" t="t" r="r" b="b"/>
              <a:pathLst>
                <a:path w="228600" h="342900">
                  <a:moveTo>
                    <a:pt x="228599" y="0"/>
                  </a:moveTo>
                  <a:lnTo>
                    <a:pt x="0" y="342899"/>
                  </a:lnTo>
                </a:path>
              </a:pathLst>
            </a:custGeom>
            <a:ln w="11429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16" name="object 16"/>
          <p:cNvSpPr/>
          <p:nvPr/>
        </p:nvSpPr>
        <p:spPr>
          <a:xfrm>
            <a:off x="571500" y="1085850"/>
            <a:ext cx="952500" cy="19050"/>
          </a:xfrm>
          <a:custGeom>
            <a:avLst/>
            <a:gdLst/>
            <a:ahLst/>
            <a:cxnLst/>
            <a:rect l="l" t="t" r="r" b="b"/>
            <a:pathLst>
              <a:path w="952500" h="19050">
                <a:moveTo>
                  <a:pt x="952500" y="19050"/>
                </a:moveTo>
                <a:lnTo>
                  <a:pt x="0" y="19050"/>
                </a:lnTo>
                <a:lnTo>
                  <a:pt x="0" y="0"/>
                </a:lnTo>
                <a:lnTo>
                  <a:pt x="952500" y="0"/>
                </a:lnTo>
                <a:lnTo>
                  <a:pt x="952500" y="19050"/>
                </a:lnTo>
                <a:close/>
              </a:path>
            </a:pathLst>
          </a:custGeom>
          <a:solidFill>
            <a:srgbClr val="6B747D"/>
          </a:solidFill>
        </p:spPr>
        <p:txBody>
          <a:bodyPr wrap="square" lIns="0" tIns="0" rIns="0" bIns="0" rtlCol="0"/>
          <a:lstStyle/>
          <a:p>
            <a:endParaRPr>
              <a:latin typeface="Arial Rounded MT Bold" panose="020F0704030504030204" pitchFamily="34" charset="0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000" spc="-95" dirty="0">
                <a:latin typeface="Arial Rounded MT Bold" panose="020F0704030504030204" pitchFamily="34" charset="0"/>
              </a:rPr>
              <a:t>Penerapan</a:t>
            </a:r>
            <a:r>
              <a:rPr sz="3000" spc="-290" dirty="0">
                <a:latin typeface="Arial Rounded MT Bold" panose="020F0704030504030204" pitchFamily="34" charset="0"/>
              </a:rPr>
              <a:t> </a:t>
            </a:r>
            <a:r>
              <a:rPr sz="3000" spc="-185" dirty="0">
                <a:latin typeface="Arial Rounded MT Bold" panose="020F0704030504030204" pitchFamily="34" charset="0"/>
              </a:rPr>
              <a:t>dalam</a:t>
            </a:r>
            <a:r>
              <a:rPr sz="3000" spc="-290" dirty="0">
                <a:latin typeface="Arial Rounded MT Bold" panose="020F0704030504030204" pitchFamily="34" charset="0"/>
              </a:rPr>
              <a:t> </a:t>
            </a:r>
            <a:r>
              <a:rPr sz="3000" spc="-145" dirty="0">
                <a:latin typeface="Arial Rounded MT Bold" panose="020F0704030504030204" pitchFamily="34" charset="0"/>
              </a:rPr>
              <a:t>Dunia</a:t>
            </a:r>
            <a:r>
              <a:rPr sz="3000" spc="-260" dirty="0">
                <a:latin typeface="Arial Rounded MT Bold" panose="020F0704030504030204" pitchFamily="34" charset="0"/>
              </a:rPr>
              <a:t> </a:t>
            </a:r>
            <a:r>
              <a:rPr sz="3000" spc="-10" dirty="0">
                <a:latin typeface="Arial Rounded MT Bold" panose="020F0704030504030204" pitchFamily="34" charset="0"/>
              </a:rPr>
              <a:t>Bisnis</a:t>
            </a:r>
            <a:endParaRPr sz="3000" dirty="0">
              <a:latin typeface="Arial Rounded MT Bold" panose="020F0704030504030204" pitchFamily="34" charset="0"/>
            </a:endParaRPr>
          </a:p>
        </p:txBody>
      </p: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500" y="1514475"/>
            <a:ext cx="76200" cy="22860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500" y="2943225"/>
            <a:ext cx="76200" cy="22860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500" y="4371975"/>
            <a:ext cx="76200" cy="228600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203200">
              <a:lnSpc>
                <a:spcPct val="100000"/>
              </a:lnSpc>
              <a:spcBef>
                <a:spcPts val="960"/>
              </a:spcBef>
            </a:pPr>
            <a:r>
              <a:rPr sz="2200" spc="-85" dirty="0">
                <a:latin typeface="Arial Rounded MT Bold" panose="020F0704030504030204" pitchFamily="34" charset="0"/>
              </a:rPr>
              <a:t>Optimasi</a:t>
            </a:r>
            <a:r>
              <a:rPr sz="2200" spc="-180" dirty="0">
                <a:latin typeface="Arial Rounded MT Bold" panose="020F0704030504030204" pitchFamily="34" charset="0"/>
              </a:rPr>
              <a:t> </a:t>
            </a:r>
            <a:r>
              <a:rPr sz="2200" spc="-10" dirty="0">
                <a:latin typeface="Arial Rounded MT Bold" panose="020F0704030504030204" pitchFamily="34" charset="0"/>
              </a:rPr>
              <a:t>Anggaran</a:t>
            </a:r>
            <a:endParaRPr sz="2200" dirty="0">
              <a:latin typeface="Arial Rounded MT Bold" panose="020F0704030504030204" pitchFamily="34" charset="0"/>
            </a:endParaRPr>
          </a:p>
          <a:p>
            <a:pPr marL="12700" marR="163195">
              <a:lnSpc>
                <a:spcPct val="112500"/>
              </a:lnSpc>
              <a:spcBef>
                <a:spcPts val="415"/>
              </a:spcBef>
            </a:pPr>
            <a:r>
              <a:rPr sz="1400" spc="-4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M</a:t>
            </a:r>
            <a:r>
              <a:rPr sz="14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eng</a:t>
            </a:r>
            <a:r>
              <a:rPr sz="1400" spc="-4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a</a:t>
            </a:r>
            <a:r>
              <a:rPr sz="14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l</a:t>
            </a:r>
            <a:r>
              <a:rPr sz="1400" spc="-4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o</a:t>
            </a:r>
            <a:r>
              <a:rPr sz="14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</a:t>
            </a:r>
            <a:r>
              <a:rPr sz="1400" spc="-4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as</a:t>
            </a:r>
            <a:r>
              <a:rPr sz="14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ik</a:t>
            </a:r>
            <a:r>
              <a:rPr sz="1400" spc="-4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a</a:t>
            </a:r>
            <a:r>
              <a:rPr sz="14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4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4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</a:t>
            </a:r>
            <a:r>
              <a:rPr sz="1400" spc="-4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a</a:t>
            </a:r>
            <a:r>
              <a:rPr sz="14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400" spc="-4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a</a:t>
            </a:r>
            <a:r>
              <a:rPr sz="1400" spc="-5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 </a:t>
            </a:r>
            <a:r>
              <a:rPr sz="1400" spc="-4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p</a:t>
            </a:r>
            <a:r>
              <a:rPr sz="14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em</a:t>
            </a:r>
            <a:r>
              <a:rPr sz="1400" spc="-4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asara</a:t>
            </a:r>
            <a:r>
              <a:rPr sz="14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 </a:t>
            </a:r>
            <a:r>
              <a:rPr sz="1400" spc="-3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s</a:t>
            </a:r>
            <a:r>
              <a:rPr sz="14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ec</a:t>
            </a:r>
            <a:r>
              <a:rPr sz="1400" spc="-3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ara</a:t>
            </a:r>
            <a:r>
              <a:rPr sz="1400" spc="-5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 </a:t>
            </a:r>
            <a:r>
              <a:rPr sz="14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efi</a:t>
            </a:r>
            <a:r>
              <a:rPr sz="1400" spc="-6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s</a:t>
            </a:r>
            <a:r>
              <a:rPr sz="14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ien</a:t>
            </a:r>
            <a:r>
              <a:rPr sz="14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4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be</a:t>
            </a:r>
            <a:r>
              <a:rPr sz="1400" spc="-3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r</a:t>
            </a:r>
            <a:r>
              <a:rPr sz="14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</a:t>
            </a:r>
            <a:r>
              <a:rPr sz="1400" spc="-3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asar</a:t>
            </a:r>
            <a:r>
              <a:rPr sz="14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</a:t>
            </a:r>
            <a:r>
              <a:rPr sz="1400" spc="-3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a</a:t>
            </a:r>
            <a:r>
              <a:rPr sz="14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4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4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</a:t>
            </a:r>
            <a:r>
              <a:rPr sz="1400" spc="-2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ata </a:t>
            </a:r>
            <a:r>
              <a:rPr sz="14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hi</a:t>
            </a:r>
            <a:r>
              <a:rPr sz="1400" spc="-4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stor</a:t>
            </a:r>
            <a:r>
              <a:rPr sz="14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</a:t>
            </a:r>
            <a:r>
              <a:rPr sz="1400" spc="-4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s</a:t>
            </a:r>
            <a:r>
              <a:rPr sz="1400" spc="-3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 </a:t>
            </a:r>
            <a:r>
              <a:rPr sz="1400" spc="-4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u</a:t>
            </a:r>
            <a:r>
              <a:rPr sz="14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400" spc="-4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tu</a:t>
            </a:r>
            <a:r>
              <a:rPr sz="14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</a:t>
            </a:r>
            <a:r>
              <a:rPr sz="14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mem</a:t>
            </a:r>
            <a:r>
              <a:rPr sz="1400" spc="-6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a</a:t>
            </a:r>
            <a:r>
              <a:rPr sz="14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</a:t>
            </a:r>
            <a:r>
              <a:rPr sz="1400" spc="-6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s</a:t>
            </a:r>
            <a:r>
              <a:rPr sz="14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im</a:t>
            </a:r>
            <a:r>
              <a:rPr sz="1400" spc="-6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a</a:t>
            </a:r>
            <a:r>
              <a:rPr sz="14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lk</a:t>
            </a:r>
            <a:r>
              <a:rPr sz="1400" spc="-6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a</a:t>
            </a:r>
            <a:r>
              <a:rPr sz="14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4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400" spc="-8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ROI</a:t>
            </a:r>
            <a:r>
              <a:rPr sz="1400" spc="-6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 </a:t>
            </a:r>
            <a:r>
              <a:rPr sz="14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</a:t>
            </a:r>
            <a:r>
              <a:rPr sz="1400" spc="-3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a</a:t>
            </a:r>
            <a:r>
              <a:rPr sz="14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4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menj</a:t>
            </a:r>
            <a:r>
              <a:rPr sz="1400" spc="-5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a</a:t>
            </a:r>
            <a:r>
              <a:rPr sz="14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ngk</a:t>
            </a:r>
            <a:r>
              <a:rPr sz="1400" spc="-5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au</a:t>
            </a:r>
            <a:r>
              <a:rPr sz="1400" spc="-3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 </a:t>
            </a:r>
            <a:r>
              <a:rPr sz="1400" spc="-4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au</a:t>
            </a:r>
            <a:r>
              <a:rPr sz="14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dien</a:t>
            </a:r>
            <a:r>
              <a:rPr sz="1400" spc="-4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s</a:t>
            </a:r>
            <a:r>
              <a:rPr sz="1400" spc="-3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 </a:t>
            </a:r>
            <a:r>
              <a:rPr sz="140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ya</a:t>
            </a:r>
            <a:r>
              <a:rPr sz="140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ng</a:t>
            </a:r>
            <a:r>
              <a:rPr sz="14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400" spc="-1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t</a:t>
            </a:r>
            <a:r>
              <a:rPr sz="14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</a:t>
            </a:r>
            <a:r>
              <a:rPr sz="1400" spc="-1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pat </a:t>
            </a:r>
            <a:r>
              <a:rPr sz="1400" spc="-4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pa</a:t>
            </a:r>
            <a:r>
              <a:rPr sz="14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</a:t>
            </a:r>
            <a:r>
              <a:rPr sz="1400" spc="-4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a</a:t>
            </a:r>
            <a:r>
              <a:rPr sz="1400" spc="-8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 </a:t>
            </a:r>
            <a:r>
              <a:rPr sz="1400" spc="-1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wa</a:t>
            </a:r>
            <a:r>
              <a:rPr sz="14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</a:t>
            </a:r>
            <a:r>
              <a:rPr sz="1400" spc="-1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tu</a:t>
            </a:r>
            <a:r>
              <a:rPr sz="1400" spc="-5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 </a:t>
            </a:r>
            <a:r>
              <a:rPr sz="140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ya</a:t>
            </a:r>
            <a:r>
              <a:rPr sz="140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ng</a:t>
            </a:r>
            <a:r>
              <a:rPr sz="1400" spc="-7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400" spc="-1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t</a:t>
            </a:r>
            <a:r>
              <a:rPr sz="14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</a:t>
            </a:r>
            <a:r>
              <a:rPr sz="1400" spc="-1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pat</a:t>
            </a:r>
            <a:r>
              <a:rPr sz="1450" spc="-1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.</a:t>
            </a:r>
            <a:endParaRPr sz="1450" dirty="0">
              <a:latin typeface="Arial Rounded MT Bold" panose="020F0704030504030204" pitchFamily="34" charset="0"/>
              <a:cs typeface="Trebuchet MS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1350" dirty="0">
              <a:latin typeface="Arial Rounded MT Bold" panose="020F0704030504030204" pitchFamily="34" charset="0"/>
            </a:endParaRPr>
          </a:p>
          <a:p>
            <a:pPr marL="203200">
              <a:lnSpc>
                <a:spcPct val="100000"/>
              </a:lnSpc>
            </a:pPr>
            <a:r>
              <a:rPr sz="2200" spc="-114" dirty="0">
                <a:latin typeface="Arial Rounded MT Bold" panose="020F0704030504030204" pitchFamily="34" charset="0"/>
              </a:rPr>
              <a:t>Manajemen</a:t>
            </a:r>
            <a:r>
              <a:rPr sz="2200" spc="-170" dirty="0">
                <a:latin typeface="Arial Rounded MT Bold" panose="020F0704030504030204" pitchFamily="34" charset="0"/>
              </a:rPr>
              <a:t> </a:t>
            </a:r>
            <a:r>
              <a:rPr sz="2200" spc="-10" dirty="0">
                <a:latin typeface="Arial Rounded MT Bold" panose="020F0704030504030204" pitchFamily="34" charset="0"/>
              </a:rPr>
              <a:t>Inventaris</a:t>
            </a:r>
            <a:endParaRPr sz="2200" dirty="0">
              <a:latin typeface="Arial Rounded MT Bold" panose="020F0704030504030204" pitchFamily="34" charset="0"/>
            </a:endParaRPr>
          </a:p>
          <a:p>
            <a:pPr marL="12700" marR="223520">
              <a:lnSpc>
                <a:spcPct val="112500"/>
              </a:lnSpc>
              <a:spcBef>
                <a:spcPts val="415"/>
              </a:spcBef>
            </a:pPr>
            <a:r>
              <a:rPr sz="1400" spc="-5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M</a:t>
            </a:r>
            <a:r>
              <a:rPr sz="14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em</a:t>
            </a:r>
            <a:r>
              <a:rPr sz="1400" spc="-5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pr</a:t>
            </a:r>
            <a:r>
              <a:rPr sz="14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edik</a:t>
            </a:r>
            <a:r>
              <a:rPr sz="1400" spc="-5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s</a:t>
            </a:r>
            <a:r>
              <a:rPr sz="14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</a:t>
            </a:r>
            <a:r>
              <a:rPr sz="14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400" spc="-5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p</a:t>
            </a:r>
            <a:r>
              <a:rPr sz="14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</a:t>
            </a:r>
            <a:r>
              <a:rPr sz="1400" spc="-5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r</a:t>
            </a:r>
            <a:r>
              <a:rPr sz="14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min</a:t>
            </a:r>
            <a:r>
              <a:rPr sz="1400" spc="-5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taa</a:t>
            </a:r>
            <a:r>
              <a:rPr sz="14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4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400" spc="-4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pro</a:t>
            </a:r>
            <a:r>
              <a:rPr sz="14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</a:t>
            </a:r>
            <a:r>
              <a:rPr sz="1400" spc="-4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u</a:t>
            </a:r>
            <a:r>
              <a:rPr sz="14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</a:t>
            </a:r>
            <a:r>
              <a:rPr sz="14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400" spc="-3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s</a:t>
            </a:r>
            <a:r>
              <a:rPr sz="14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ec</a:t>
            </a:r>
            <a:r>
              <a:rPr sz="1400" spc="-3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ara</a:t>
            </a:r>
            <a:r>
              <a:rPr sz="1400" spc="-4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 a</a:t>
            </a:r>
            <a:r>
              <a:rPr sz="14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</a:t>
            </a:r>
            <a:r>
              <a:rPr sz="1400" spc="-4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urat</a:t>
            </a:r>
            <a:r>
              <a:rPr sz="1400" spc="-1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 </a:t>
            </a:r>
            <a:r>
              <a:rPr sz="1400" spc="-4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u</a:t>
            </a:r>
            <a:r>
              <a:rPr sz="14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400" spc="-4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tu</a:t>
            </a:r>
            <a:r>
              <a:rPr sz="14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</a:t>
            </a:r>
            <a:r>
              <a:rPr sz="14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4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menj</a:t>
            </a:r>
            <a:r>
              <a:rPr sz="1400" spc="-1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a</a:t>
            </a:r>
            <a:r>
              <a:rPr sz="14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g</a:t>
            </a:r>
            <a:r>
              <a:rPr sz="1400" spc="-1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a </a:t>
            </a:r>
            <a:r>
              <a:rPr sz="14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ke</a:t>
            </a:r>
            <a:r>
              <a:rPr sz="1400" spc="-4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s</a:t>
            </a:r>
            <a:r>
              <a:rPr sz="14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eimb</a:t>
            </a:r>
            <a:r>
              <a:rPr sz="1400" spc="-4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a</a:t>
            </a:r>
            <a:r>
              <a:rPr sz="14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ng</a:t>
            </a:r>
            <a:r>
              <a:rPr sz="1400" spc="-4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a</a:t>
            </a:r>
            <a:r>
              <a:rPr sz="14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4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400" spc="-3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sto</a:t>
            </a:r>
            <a:r>
              <a:rPr sz="14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</a:t>
            </a:r>
            <a:r>
              <a:rPr sz="1400" spc="-3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,</a:t>
            </a:r>
            <a:r>
              <a:rPr sz="1400" spc="-5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 </a:t>
            </a:r>
            <a:r>
              <a:rPr sz="14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meng</a:t>
            </a:r>
            <a:r>
              <a:rPr sz="1400" spc="-3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ura</a:t>
            </a:r>
            <a:r>
              <a:rPr sz="14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ngi</a:t>
            </a:r>
            <a:r>
              <a:rPr sz="14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4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bi</a:t>
            </a:r>
            <a:r>
              <a:rPr sz="1400" spc="-4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aya</a:t>
            </a:r>
            <a:r>
              <a:rPr sz="1400" spc="-5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 </a:t>
            </a:r>
            <a:r>
              <a:rPr sz="1400" spc="-5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p</a:t>
            </a:r>
            <a:r>
              <a:rPr sz="14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en</a:t>
            </a:r>
            <a:r>
              <a:rPr sz="1400" spc="-5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y</a:t>
            </a:r>
            <a:r>
              <a:rPr sz="14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im</a:t>
            </a:r>
            <a:r>
              <a:rPr sz="1400" spc="-5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pa</a:t>
            </a:r>
            <a:r>
              <a:rPr sz="14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400" spc="-5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a</a:t>
            </a:r>
            <a:r>
              <a:rPr sz="14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400" spc="-5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,</a:t>
            </a:r>
            <a:r>
              <a:rPr sz="1400" spc="-5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 </a:t>
            </a:r>
            <a:r>
              <a:rPr sz="14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</a:t>
            </a:r>
            <a:r>
              <a:rPr sz="1400" spc="-3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a</a:t>
            </a:r>
            <a:r>
              <a:rPr sz="14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4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4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menghind</a:t>
            </a:r>
            <a:r>
              <a:rPr sz="1400" spc="-2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ar</a:t>
            </a:r>
            <a:r>
              <a:rPr sz="1400" spc="-2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 </a:t>
            </a:r>
            <a:r>
              <a:rPr sz="1400" spc="-6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r</a:t>
            </a:r>
            <a:r>
              <a:rPr sz="1400" spc="-6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</a:t>
            </a:r>
            <a:r>
              <a:rPr sz="1400" spc="-6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s</a:t>
            </a:r>
            <a:r>
              <a:rPr sz="1400" spc="-6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ik</a:t>
            </a:r>
            <a:r>
              <a:rPr sz="1400" spc="-6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o</a:t>
            </a:r>
            <a:r>
              <a:rPr sz="1400" spc="-2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 </a:t>
            </a:r>
            <a:r>
              <a:rPr sz="14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keh</a:t>
            </a:r>
            <a:r>
              <a:rPr sz="1400" spc="-4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a</a:t>
            </a:r>
            <a:r>
              <a:rPr sz="14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bi</a:t>
            </a:r>
            <a:r>
              <a:rPr sz="1400" spc="-4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sa</a:t>
            </a:r>
            <a:r>
              <a:rPr sz="14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4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4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b</a:t>
            </a:r>
            <a:r>
              <a:rPr sz="1400" spc="-1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ara</a:t>
            </a:r>
            <a:r>
              <a:rPr sz="14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ng</a:t>
            </a:r>
            <a:r>
              <a:rPr sz="1400" spc="-1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.</a:t>
            </a:r>
            <a:endParaRPr sz="1400" dirty="0">
              <a:latin typeface="Arial Rounded MT Bold" panose="020F0704030504030204" pitchFamily="34" charset="0"/>
              <a:cs typeface="Trebuchet MS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1350" dirty="0">
              <a:latin typeface="Arial Rounded MT Bold" panose="020F0704030504030204" pitchFamily="34" charset="0"/>
            </a:endParaRPr>
          </a:p>
          <a:p>
            <a:pPr marL="203200">
              <a:lnSpc>
                <a:spcPct val="100000"/>
              </a:lnSpc>
            </a:pPr>
            <a:r>
              <a:rPr sz="2200" spc="-10" dirty="0">
                <a:latin typeface="Arial Rounded MT Bold" panose="020F0704030504030204" pitchFamily="34" charset="0"/>
              </a:rPr>
              <a:t>Personalisasi</a:t>
            </a:r>
            <a:endParaRPr sz="2200" dirty="0">
              <a:latin typeface="Arial Rounded MT Bold" panose="020F0704030504030204" pitchFamily="34" charset="0"/>
            </a:endParaRPr>
          </a:p>
          <a:p>
            <a:pPr marL="12700" marR="5080">
              <a:lnSpc>
                <a:spcPct val="112500"/>
              </a:lnSpc>
              <a:spcBef>
                <a:spcPts val="415"/>
              </a:spcBef>
            </a:pPr>
            <a:r>
              <a:rPr sz="1400" spc="-3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M</a:t>
            </a:r>
            <a:r>
              <a:rPr sz="14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eningk</a:t>
            </a:r>
            <a:r>
              <a:rPr sz="1400" spc="-3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at</a:t>
            </a:r>
            <a:r>
              <a:rPr sz="14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</a:t>
            </a:r>
            <a:r>
              <a:rPr sz="1400" spc="-3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a</a:t>
            </a:r>
            <a:r>
              <a:rPr sz="14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4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400" spc="-4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p</a:t>
            </a:r>
            <a:r>
              <a:rPr sz="14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eng</a:t>
            </a:r>
            <a:r>
              <a:rPr sz="1400" spc="-4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a</a:t>
            </a:r>
            <a:r>
              <a:rPr sz="14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l</a:t>
            </a:r>
            <a:r>
              <a:rPr sz="1400" spc="-4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a</a:t>
            </a:r>
            <a:r>
              <a:rPr sz="14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m</a:t>
            </a:r>
            <a:r>
              <a:rPr sz="1400" spc="-4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a</a:t>
            </a:r>
            <a:r>
              <a:rPr sz="14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4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400" spc="-3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p</a:t>
            </a:r>
            <a:r>
              <a:rPr sz="14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el</a:t>
            </a:r>
            <a:r>
              <a:rPr sz="1400" spc="-3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a</a:t>
            </a:r>
            <a:r>
              <a:rPr sz="14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ngg</a:t>
            </a:r>
            <a:r>
              <a:rPr sz="1400" spc="-3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a</a:t>
            </a:r>
            <a:r>
              <a:rPr sz="14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4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400" spc="-8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mel</a:t>
            </a:r>
            <a:r>
              <a:rPr sz="1400" spc="-8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a</a:t>
            </a:r>
            <a:r>
              <a:rPr sz="1400" spc="-8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l</a:t>
            </a:r>
            <a:r>
              <a:rPr sz="1400" spc="-8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u</a:t>
            </a:r>
            <a:r>
              <a:rPr sz="1400" spc="-8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</a:t>
            </a:r>
            <a:r>
              <a:rPr sz="14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400" spc="-5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r</a:t>
            </a:r>
            <a:r>
              <a:rPr sz="14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ek</a:t>
            </a:r>
            <a:r>
              <a:rPr sz="1400" spc="-5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o</a:t>
            </a:r>
            <a:r>
              <a:rPr sz="14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mend</a:t>
            </a:r>
            <a:r>
              <a:rPr sz="1400" spc="-5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as</a:t>
            </a:r>
            <a:r>
              <a:rPr sz="1400" spc="-5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</a:t>
            </a:r>
            <a:r>
              <a:rPr sz="14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400" spc="-4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pro</a:t>
            </a:r>
            <a:r>
              <a:rPr sz="14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</a:t>
            </a:r>
            <a:r>
              <a:rPr sz="1400" spc="-4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u</a:t>
            </a:r>
            <a:r>
              <a:rPr sz="14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</a:t>
            </a:r>
            <a:r>
              <a:rPr sz="14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400" spc="-2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ya</a:t>
            </a:r>
            <a:r>
              <a:rPr sz="14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ng </a:t>
            </a:r>
            <a:r>
              <a:rPr sz="1400" spc="-5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r</a:t>
            </a:r>
            <a:r>
              <a:rPr sz="14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ele</a:t>
            </a:r>
            <a:r>
              <a:rPr sz="1400" spc="-5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va</a:t>
            </a:r>
            <a:r>
              <a:rPr sz="1400" spc="-5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4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4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</a:t>
            </a:r>
            <a:r>
              <a:rPr sz="1400" spc="-3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a</a:t>
            </a:r>
            <a:r>
              <a:rPr sz="14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4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4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</a:t>
            </a:r>
            <a:r>
              <a:rPr sz="1400" spc="-4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a</a:t>
            </a:r>
            <a:r>
              <a:rPr sz="14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m</a:t>
            </a:r>
            <a:r>
              <a:rPr sz="1400" spc="-4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pa</a:t>
            </a:r>
            <a:r>
              <a:rPr sz="14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400" spc="-4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y</a:t>
            </a:r>
            <a:r>
              <a:rPr sz="14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 </a:t>
            </a:r>
            <a:r>
              <a:rPr sz="1400" spc="-4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p</a:t>
            </a:r>
            <a:r>
              <a:rPr sz="14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</a:t>
            </a:r>
            <a:r>
              <a:rPr sz="1400" spc="-4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rso</a:t>
            </a:r>
            <a:r>
              <a:rPr sz="14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400" spc="-4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a</a:t>
            </a:r>
            <a:r>
              <a:rPr sz="1400" spc="-4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l</a:t>
            </a:r>
            <a:r>
              <a:rPr sz="14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4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be</a:t>
            </a:r>
            <a:r>
              <a:rPr sz="1400" spc="-3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r</a:t>
            </a:r>
            <a:r>
              <a:rPr sz="14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</a:t>
            </a:r>
            <a:r>
              <a:rPr sz="1400" spc="-3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asar</a:t>
            </a:r>
            <a:r>
              <a:rPr sz="14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</a:t>
            </a:r>
            <a:r>
              <a:rPr sz="1400" spc="-35" dirty="0">
                <a:solidFill>
                  <a:srgbClr val="6B747D"/>
                </a:solidFill>
                <a:latin typeface="Arial Rounded MT Bold" panose="020F0704030504030204" pitchFamily="34" charset="0"/>
              </a:rPr>
              <a:t>a</a:t>
            </a:r>
            <a:r>
              <a:rPr sz="1400" spc="-35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4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400" spc="-7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p</a:t>
            </a:r>
            <a:r>
              <a:rPr sz="1400" spc="-7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</a:t>
            </a:r>
            <a:r>
              <a:rPr sz="1400" spc="-7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r</a:t>
            </a:r>
            <a:r>
              <a:rPr sz="1400" spc="-7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il</a:t>
            </a:r>
            <a:r>
              <a:rPr sz="1400" spc="-7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a</a:t>
            </a:r>
            <a:r>
              <a:rPr sz="1400" spc="-7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k</a:t>
            </a:r>
            <a:r>
              <a:rPr sz="1400" spc="-7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u</a:t>
            </a:r>
            <a:r>
              <a:rPr sz="1400" spc="-2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 </a:t>
            </a:r>
            <a:r>
              <a:rPr sz="14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d</a:t>
            </a:r>
            <a:r>
              <a:rPr sz="1400" spc="-3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a</a:t>
            </a:r>
            <a:r>
              <a:rPr sz="1400" spc="-3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4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400" spc="-6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pr</a:t>
            </a:r>
            <a:r>
              <a:rPr sz="14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efe</a:t>
            </a:r>
            <a:r>
              <a:rPr sz="1400" spc="-6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r</a:t>
            </a:r>
            <a:r>
              <a:rPr sz="14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en</a:t>
            </a:r>
            <a:r>
              <a:rPr sz="1400" spc="-6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s</a:t>
            </a:r>
            <a:r>
              <a:rPr sz="1400" spc="-6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i</a:t>
            </a:r>
            <a:r>
              <a:rPr sz="1400" spc="-4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400" spc="-2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u</a:t>
            </a:r>
            <a:r>
              <a:rPr sz="1400" spc="-2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nik </a:t>
            </a:r>
            <a:r>
              <a:rPr sz="1400" spc="-1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p</a:t>
            </a:r>
            <a:r>
              <a:rPr sz="14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engg</a:t>
            </a:r>
            <a:r>
              <a:rPr sz="1400" spc="-1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u</a:t>
            </a:r>
            <a:r>
              <a:rPr sz="1400" spc="-10" dirty="0">
                <a:solidFill>
                  <a:srgbClr val="6B747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400" spc="-10" dirty="0">
                <a:solidFill>
                  <a:srgbClr val="6B747D"/>
                </a:solidFill>
                <a:latin typeface="Arial Rounded MT Bold" panose="020F0704030504030204" pitchFamily="34" charset="0"/>
              </a:rPr>
              <a:t>a.</a:t>
            </a:r>
            <a:endParaRPr sz="1400" dirty="0">
              <a:latin typeface="Arial Rounded MT Bold" panose="020F0704030504030204" pitchFamily="34" charset="0"/>
              <a:cs typeface="Trebuchet M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516623" y="1142999"/>
            <a:ext cx="5636260" cy="3362325"/>
            <a:chOff x="6516623" y="1142999"/>
            <a:chExt cx="5636260" cy="3362325"/>
          </a:xfrm>
        </p:grpSpPr>
        <p:sp>
          <p:nvSpPr>
            <p:cNvPr id="23" name="object 23"/>
            <p:cNvSpPr/>
            <p:nvPr/>
          </p:nvSpPr>
          <p:spPr>
            <a:xfrm>
              <a:off x="6516623" y="1142999"/>
              <a:ext cx="5636260" cy="3362325"/>
            </a:xfrm>
            <a:custGeom>
              <a:avLst/>
              <a:gdLst/>
              <a:ahLst/>
              <a:cxnLst/>
              <a:rect l="l" t="t" r="r" b="b"/>
              <a:pathLst>
                <a:path w="5636259" h="3362325">
                  <a:moveTo>
                    <a:pt x="5635751" y="3361943"/>
                  </a:moveTo>
                  <a:lnTo>
                    <a:pt x="0" y="3361943"/>
                  </a:lnTo>
                  <a:lnTo>
                    <a:pt x="0" y="0"/>
                  </a:lnTo>
                  <a:lnTo>
                    <a:pt x="5635751" y="0"/>
                  </a:lnTo>
                  <a:lnTo>
                    <a:pt x="5635751" y="342899"/>
                  </a:lnTo>
                  <a:lnTo>
                    <a:pt x="608075" y="342899"/>
                  </a:lnTo>
                  <a:lnTo>
                    <a:pt x="600565" y="343262"/>
                  </a:lnTo>
                  <a:lnTo>
                    <a:pt x="559759" y="360166"/>
                  </a:lnTo>
                  <a:lnTo>
                    <a:pt x="535129" y="397013"/>
                  </a:lnTo>
                  <a:lnTo>
                    <a:pt x="531875" y="419099"/>
                  </a:lnTo>
                  <a:lnTo>
                    <a:pt x="531875" y="2562209"/>
                  </a:lnTo>
                  <a:lnTo>
                    <a:pt x="544704" y="2604561"/>
                  </a:lnTo>
                  <a:lnTo>
                    <a:pt x="578906" y="2632618"/>
                  </a:lnTo>
                  <a:lnTo>
                    <a:pt x="608075" y="2638440"/>
                  </a:lnTo>
                  <a:lnTo>
                    <a:pt x="5635751" y="2638440"/>
                  </a:lnTo>
                  <a:lnTo>
                    <a:pt x="5635751" y="3361943"/>
                  </a:lnTo>
                  <a:close/>
                </a:path>
                <a:path w="5636259" h="3362325">
                  <a:moveTo>
                    <a:pt x="5635751" y="2638440"/>
                  </a:moveTo>
                  <a:lnTo>
                    <a:pt x="5027675" y="2638440"/>
                  </a:lnTo>
                  <a:lnTo>
                    <a:pt x="5035173" y="2638062"/>
                  </a:lnTo>
                  <a:lnTo>
                    <a:pt x="5042534" y="2636969"/>
                  </a:lnTo>
                  <a:lnTo>
                    <a:pt x="5081564" y="2616098"/>
                  </a:lnTo>
                  <a:lnTo>
                    <a:pt x="5102431" y="2577091"/>
                  </a:lnTo>
                  <a:lnTo>
                    <a:pt x="5103875" y="2562209"/>
                  </a:lnTo>
                  <a:lnTo>
                    <a:pt x="5103875" y="419099"/>
                  </a:lnTo>
                  <a:lnTo>
                    <a:pt x="5091047" y="376756"/>
                  </a:lnTo>
                  <a:lnTo>
                    <a:pt x="5056845" y="348700"/>
                  </a:lnTo>
                  <a:lnTo>
                    <a:pt x="5027675" y="342899"/>
                  </a:lnTo>
                  <a:lnTo>
                    <a:pt x="5635751" y="342899"/>
                  </a:lnTo>
                  <a:lnTo>
                    <a:pt x="5635751" y="263844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48500" y="1485915"/>
              <a:ext cx="4571999" cy="2295524"/>
            </a:xfrm>
            <a:prstGeom prst="rect">
              <a:avLst/>
            </a:prstGeom>
          </p:spPr>
        </p:pic>
      </p:grpSp>
      <p:sp>
        <p:nvSpPr>
          <p:cNvPr id="25" name="object 26">
            <a:extLst>
              <a:ext uri="{FF2B5EF4-FFF2-40B4-BE49-F238E27FC236}">
                <a16:creationId xmlns:a16="http://schemas.microsoft.com/office/drawing/2014/main" id="{5DC8246F-2CC8-4E54-AC5B-9FAC8805F03D}"/>
              </a:ext>
            </a:extLst>
          </p:cNvPr>
          <p:cNvSpPr txBox="1"/>
          <p:nvPr/>
        </p:nvSpPr>
        <p:spPr>
          <a:xfrm>
            <a:off x="558800" y="6287372"/>
            <a:ext cx="4013200" cy="19171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spc="-3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©</a:t>
            </a:r>
            <a:r>
              <a:rPr sz="1150" spc="-6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150" spc="-85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2026</a:t>
            </a:r>
            <a:r>
              <a:rPr sz="1150" spc="-6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1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P</a:t>
            </a:r>
            <a:r>
              <a:rPr sz="11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eng</a:t>
            </a:r>
            <a:r>
              <a:rPr sz="11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1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0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1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0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r</a:t>
            </a:r>
            <a:r>
              <a:rPr sz="1050" spc="-3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li</a:t>
            </a:r>
            <a:r>
              <a:rPr sz="10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ik</a:t>
            </a:r>
            <a:r>
              <a:rPr sz="1150" spc="-45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150" spc="-5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Da</a:t>
            </a:r>
            <a:r>
              <a:rPr sz="1050" spc="-5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150" spc="-5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15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|</a:t>
            </a:r>
            <a:r>
              <a:rPr lang="en-US" sz="1150" spc="-6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 Cisco Networking Academy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63350" y="6229350"/>
            <a:ext cx="114300" cy="1143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1850" y="5086350"/>
            <a:ext cx="114300" cy="1143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48850" y="5657850"/>
            <a:ext cx="114300" cy="11430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14527" y="1527047"/>
            <a:ext cx="11737975" cy="4766945"/>
            <a:chOff x="414527" y="1527047"/>
            <a:chExt cx="11737975" cy="4766945"/>
          </a:xfrm>
        </p:grpSpPr>
        <p:sp>
          <p:nvSpPr>
            <p:cNvPr id="6" name="object 6"/>
            <p:cNvSpPr/>
            <p:nvPr/>
          </p:nvSpPr>
          <p:spPr>
            <a:xfrm>
              <a:off x="11048999" y="5143500"/>
              <a:ext cx="571500" cy="1143000"/>
            </a:xfrm>
            <a:custGeom>
              <a:avLst/>
              <a:gdLst/>
              <a:ahLst/>
              <a:cxnLst/>
              <a:rect l="l" t="t" r="r" b="b"/>
              <a:pathLst>
                <a:path w="571500" h="1143000">
                  <a:moveTo>
                    <a:pt x="571500" y="1143000"/>
                  </a:moveTo>
                  <a:lnTo>
                    <a:pt x="0" y="0"/>
                  </a:lnTo>
                </a:path>
              </a:pathLst>
            </a:custGeom>
            <a:solidFill>
              <a:srgbClr val="000000">
                <a:alpha val="49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1048999" y="5143500"/>
              <a:ext cx="571500" cy="1143000"/>
            </a:xfrm>
            <a:custGeom>
              <a:avLst/>
              <a:gdLst/>
              <a:ahLst/>
              <a:cxnLst/>
              <a:rect l="l" t="t" r="r" b="b"/>
              <a:pathLst>
                <a:path w="571500" h="1143000">
                  <a:moveTo>
                    <a:pt x="571500" y="1143000"/>
                  </a:moveTo>
                  <a:lnTo>
                    <a:pt x="0" y="0"/>
                  </a:lnTo>
                </a:path>
              </a:pathLst>
            </a:custGeom>
            <a:ln w="14287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9905999" y="5143500"/>
              <a:ext cx="1143000" cy="571500"/>
            </a:xfrm>
            <a:custGeom>
              <a:avLst/>
              <a:gdLst/>
              <a:ahLst/>
              <a:cxnLst/>
              <a:rect l="l" t="t" r="r" b="b"/>
              <a:pathLst>
                <a:path w="1143000" h="571500">
                  <a:moveTo>
                    <a:pt x="0" y="571500"/>
                  </a:moveTo>
                  <a:lnTo>
                    <a:pt x="1143000" y="0"/>
                  </a:lnTo>
                </a:path>
              </a:pathLst>
            </a:custGeom>
            <a:solidFill>
              <a:srgbClr val="000000">
                <a:alpha val="49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9905999" y="5143500"/>
              <a:ext cx="1143000" cy="571500"/>
            </a:xfrm>
            <a:custGeom>
              <a:avLst/>
              <a:gdLst/>
              <a:ahLst/>
              <a:cxnLst/>
              <a:rect l="l" t="t" r="r" b="b"/>
              <a:pathLst>
                <a:path w="1143000" h="571500">
                  <a:moveTo>
                    <a:pt x="1143000" y="0"/>
                  </a:moveTo>
                  <a:lnTo>
                    <a:pt x="0" y="571500"/>
                  </a:lnTo>
                </a:path>
              </a:pathLst>
            </a:custGeom>
            <a:ln w="14287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6324599" y="1676399"/>
              <a:ext cx="5828030" cy="3886200"/>
            </a:xfrm>
            <a:custGeom>
              <a:avLst/>
              <a:gdLst/>
              <a:ahLst/>
              <a:cxnLst/>
              <a:rect l="l" t="t" r="r" b="b"/>
              <a:pathLst>
                <a:path w="5828030" h="3886200">
                  <a:moveTo>
                    <a:pt x="5827775" y="3886199"/>
                  </a:moveTo>
                  <a:lnTo>
                    <a:pt x="0" y="3886199"/>
                  </a:lnTo>
                  <a:lnTo>
                    <a:pt x="0" y="0"/>
                  </a:lnTo>
                  <a:lnTo>
                    <a:pt x="5827775" y="0"/>
                  </a:lnTo>
                  <a:lnTo>
                    <a:pt x="5827775" y="342899"/>
                  </a:lnTo>
                  <a:lnTo>
                    <a:pt x="609599" y="342899"/>
                  </a:lnTo>
                  <a:lnTo>
                    <a:pt x="602089" y="343262"/>
                  </a:lnTo>
                  <a:lnTo>
                    <a:pt x="561283" y="360166"/>
                  </a:lnTo>
                  <a:lnTo>
                    <a:pt x="536653" y="397013"/>
                  </a:lnTo>
                  <a:lnTo>
                    <a:pt x="533399" y="419099"/>
                  </a:lnTo>
                  <a:lnTo>
                    <a:pt x="533399" y="3086099"/>
                  </a:lnTo>
                  <a:lnTo>
                    <a:pt x="546228" y="3128440"/>
                  </a:lnTo>
                  <a:lnTo>
                    <a:pt x="580430" y="3156508"/>
                  </a:lnTo>
                  <a:lnTo>
                    <a:pt x="609599" y="3162299"/>
                  </a:lnTo>
                  <a:lnTo>
                    <a:pt x="5827775" y="3162299"/>
                  </a:lnTo>
                  <a:lnTo>
                    <a:pt x="5827775" y="3886199"/>
                  </a:lnTo>
                  <a:close/>
                </a:path>
                <a:path w="5828030" h="3886200">
                  <a:moveTo>
                    <a:pt x="5827775" y="3162299"/>
                  </a:moveTo>
                  <a:lnTo>
                    <a:pt x="5219699" y="3162299"/>
                  </a:lnTo>
                  <a:lnTo>
                    <a:pt x="5227197" y="3161939"/>
                  </a:lnTo>
                  <a:lnTo>
                    <a:pt x="5234558" y="3160855"/>
                  </a:lnTo>
                  <a:lnTo>
                    <a:pt x="5273588" y="3139988"/>
                  </a:lnTo>
                  <a:lnTo>
                    <a:pt x="5294455" y="3100970"/>
                  </a:lnTo>
                  <a:lnTo>
                    <a:pt x="5295899" y="3086099"/>
                  </a:lnTo>
                  <a:lnTo>
                    <a:pt x="5295899" y="419099"/>
                  </a:lnTo>
                  <a:lnTo>
                    <a:pt x="5283071" y="376756"/>
                  </a:lnTo>
                  <a:lnTo>
                    <a:pt x="5248869" y="348700"/>
                  </a:lnTo>
                  <a:lnTo>
                    <a:pt x="5219699" y="342899"/>
                  </a:lnTo>
                  <a:lnTo>
                    <a:pt x="5827775" y="342899"/>
                  </a:lnTo>
                  <a:lnTo>
                    <a:pt x="5827775" y="3162299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8000" y="2019300"/>
              <a:ext cx="4762499" cy="281939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14527" y="1527047"/>
              <a:ext cx="6221095" cy="1195070"/>
            </a:xfrm>
            <a:custGeom>
              <a:avLst/>
              <a:gdLst/>
              <a:ahLst/>
              <a:cxnLst/>
              <a:rect l="l" t="t" r="r" b="b"/>
              <a:pathLst>
                <a:path w="6221095" h="1195070">
                  <a:moveTo>
                    <a:pt x="6220967" y="1194815"/>
                  </a:moveTo>
                  <a:lnTo>
                    <a:pt x="0" y="1194815"/>
                  </a:lnTo>
                  <a:lnTo>
                    <a:pt x="0" y="0"/>
                  </a:lnTo>
                  <a:lnTo>
                    <a:pt x="6220967" y="0"/>
                  </a:lnTo>
                  <a:lnTo>
                    <a:pt x="6220967" y="130301"/>
                  </a:lnTo>
                  <a:lnTo>
                    <a:pt x="187180" y="130301"/>
                  </a:lnTo>
                  <a:lnTo>
                    <a:pt x="180444" y="133090"/>
                  </a:lnTo>
                  <a:lnTo>
                    <a:pt x="169285" y="144249"/>
                  </a:lnTo>
                  <a:lnTo>
                    <a:pt x="166496" y="150985"/>
                  </a:lnTo>
                  <a:lnTo>
                    <a:pt x="166496" y="966868"/>
                  </a:lnTo>
                  <a:lnTo>
                    <a:pt x="169285" y="973601"/>
                  </a:lnTo>
                  <a:lnTo>
                    <a:pt x="180444" y="984763"/>
                  </a:lnTo>
                  <a:lnTo>
                    <a:pt x="187180" y="987551"/>
                  </a:lnTo>
                  <a:lnTo>
                    <a:pt x="6220967" y="987551"/>
                  </a:lnTo>
                  <a:lnTo>
                    <a:pt x="6220967" y="1194815"/>
                  </a:lnTo>
                  <a:close/>
                </a:path>
                <a:path w="6221095" h="1195070">
                  <a:moveTo>
                    <a:pt x="6220967" y="987551"/>
                  </a:moveTo>
                  <a:lnTo>
                    <a:pt x="6032266" y="987551"/>
                  </a:lnTo>
                  <a:lnTo>
                    <a:pt x="6039002" y="984763"/>
                  </a:lnTo>
                  <a:lnTo>
                    <a:pt x="6050157" y="973601"/>
                  </a:lnTo>
                  <a:lnTo>
                    <a:pt x="6052931" y="966868"/>
                  </a:lnTo>
                  <a:lnTo>
                    <a:pt x="6052931" y="150985"/>
                  </a:lnTo>
                  <a:lnTo>
                    <a:pt x="6050157" y="144249"/>
                  </a:lnTo>
                  <a:lnTo>
                    <a:pt x="6039002" y="133090"/>
                  </a:lnTo>
                  <a:lnTo>
                    <a:pt x="6032266" y="130301"/>
                  </a:lnTo>
                  <a:lnTo>
                    <a:pt x="6220967" y="130301"/>
                  </a:lnTo>
                  <a:lnTo>
                    <a:pt x="6220967" y="987551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590550" y="1647825"/>
              <a:ext cx="5886450" cy="876300"/>
            </a:xfrm>
            <a:custGeom>
              <a:avLst/>
              <a:gdLst/>
              <a:ahLst/>
              <a:cxnLst/>
              <a:rect l="l" t="t" r="r" b="b"/>
              <a:pathLst>
                <a:path w="5886450" h="876300">
                  <a:moveTo>
                    <a:pt x="5853398" y="876300"/>
                  </a:moveTo>
                  <a:lnTo>
                    <a:pt x="16523" y="876300"/>
                  </a:lnTo>
                  <a:lnTo>
                    <a:pt x="14094" y="875328"/>
                  </a:lnTo>
                  <a:lnTo>
                    <a:pt x="0" y="843248"/>
                  </a:lnTo>
                  <a:lnTo>
                    <a:pt x="0" y="838200"/>
                  </a:lnTo>
                  <a:lnTo>
                    <a:pt x="0" y="33051"/>
                  </a:lnTo>
                  <a:lnTo>
                    <a:pt x="16523" y="0"/>
                  </a:lnTo>
                  <a:lnTo>
                    <a:pt x="5853398" y="0"/>
                  </a:lnTo>
                  <a:lnTo>
                    <a:pt x="5885478" y="28184"/>
                  </a:lnTo>
                  <a:lnTo>
                    <a:pt x="5886450" y="33051"/>
                  </a:lnTo>
                  <a:lnTo>
                    <a:pt x="5886450" y="843248"/>
                  </a:lnTo>
                  <a:lnTo>
                    <a:pt x="5858265" y="875328"/>
                  </a:lnTo>
                  <a:lnTo>
                    <a:pt x="5853398" y="8763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571500" y="1647824"/>
              <a:ext cx="38100" cy="876300"/>
            </a:xfrm>
            <a:custGeom>
              <a:avLst/>
              <a:gdLst/>
              <a:ahLst/>
              <a:cxnLst/>
              <a:rect l="l" t="t" r="r" b="b"/>
              <a:pathLst>
                <a:path w="38100" h="876300">
                  <a:moveTo>
                    <a:pt x="38100" y="876300"/>
                  </a:moveTo>
                  <a:lnTo>
                    <a:pt x="2789" y="852826"/>
                  </a:lnTo>
                  <a:lnTo>
                    <a:pt x="0" y="838200"/>
                  </a:lnTo>
                  <a:lnTo>
                    <a:pt x="0" y="38100"/>
                  </a:lnTo>
                  <a:lnTo>
                    <a:pt x="23473" y="2789"/>
                  </a:lnTo>
                  <a:lnTo>
                    <a:pt x="38100" y="0"/>
                  </a:lnTo>
                  <a:lnTo>
                    <a:pt x="38100" y="876300"/>
                  </a:lnTo>
                  <a:close/>
                </a:path>
              </a:pathLst>
            </a:custGeom>
            <a:solidFill>
              <a:srgbClr val="007BFF"/>
            </a:solidFill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847725" y="1885950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400050" y="200025"/>
                  </a:moveTo>
                  <a:lnTo>
                    <a:pt x="396201" y="239048"/>
                  </a:lnTo>
                  <a:lnTo>
                    <a:pt x="384819" y="276567"/>
                  </a:lnTo>
                  <a:lnTo>
                    <a:pt x="366341" y="311153"/>
                  </a:lnTo>
                  <a:lnTo>
                    <a:pt x="341461" y="341461"/>
                  </a:lnTo>
                  <a:lnTo>
                    <a:pt x="311153" y="366341"/>
                  </a:lnTo>
                  <a:lnTo>
                    <a:pt x="276567" y="384819"/>
                  </a:lnTo>
                  <a:lnTo>
                    <a:pt x="239048" y="396201"/>
                  </a:lnTo>
                  <a:lnTo>
                    <a:pt x="200025" y="400050"/>
                  </a:lnTo>
                  <a:lnTo>
                    <a:pt x="190197" y="399809"/>
                  </a:lnTo>
                  <a:lnTo>
                    <a:pt x="151412" y="394049"/>
                  </a:lnTo>
                  <a:lnTo>
                    <a:pt x="114494" y="380840"/>
                  </a:lnTo>
                  <a:lnTo>
                    <a:pt x="80859" y="360681"/>
                  </a:lnTo>
                  <a:lnTo>
                    <a:pt x="51806" y="334343"/>
                  </a:lnTo>
                  <a:lnTo>
                    <a:pt x="28450" y="302846"/>
                  </a:lnTo>
                  <a:lnTo>
                    <a:pt x="11687" y="267397"/>
                  </a:lnTo>
                  <a:lnTo>
                    <a:pt x="2161" y="229361"/>
                  </a:lnTo>
                  <a:lnTo>
                    <a:pt x="0" y="200025"/>
                  </a:lnTo>
                  <a:lnTo>
                    <a:pt x="240" y="190197"/>
                  </a:lnTo>
                  <a:lnTo>
                    <a:pt x="5995" y="151412"/>
                  </a:lnTo>
                  <a:lnTo>
                    <a:pt x="19208" y="114495"/>
                  </a:lnTo>
                  <a:lnTo>
                    <a:pt x="39369" y="80862"/>
                  </a:lnTo>
                  <a:lnTo>
                    <a:pt x="65704" y="51809"/>
                  </a:lnTo>
                  <a:lnTo>
                    <a:pt x="97201" y="28449"/>
                  </a:lnTo>
                  <a:lnTo>
                    <a:pt x="132652" y="11689"/>
                  </a:lnTo>
                  <a:lnTo>
                    <a:pt x="170684" y="2161"/>
                  </a:lnTo>
                  <a:lnTo>
                    <a:pt x="200025" y="0"/>
                  </a:lnTo>
                  <a:lnTo>
                    <a:pt x="209851" y="240"/>
                  </a:lnTo>
                  <a:lnTo>
                    <a:pt x="248637" y="5992"/>
                  </a:lnTo>
                  <a:lnTo>
                    <a:pt x="285554" y="19209"/>
                  </a:lnTo>
                  <a:lnTo>
                    <a:pt x="319187" y="39368"/>
                  </a:lnTo>
                  <a:lnTo>
                    <a:pt x="348240" y="65706"/>
                  </a:lnTo>
                  <a:lnTo>
                    <a:pt x="371600" y="97199"/>
                  </a:lnTo>
                  <a:lnTo>
                    <a:pt x="388359" y="132652"/>
                  </a:lnTo>
                  <a:lnTo>
                    <a:pt x="397884" y="170684"/>
                  </a:lnTo>
                  <a:lnTo>
                    <a:pt x="400050" y="200025"/>
                  </a:lnTo>
                  <a:close/>
                </a:path>
              </a:pathLst>
            </a:custGeom>
            <a:ln w="19050">
              <a:solidFill>
                <a:srgbClr val="007B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8375" y="1998662"/>
              <a:ext cx="158750" cy="174625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558800" y="1098418"/>
            <a:ext cx="3098800" cy="4776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0" spc="-10" dirty="0">
                <a:solidFill>
                  <a:srgbClr val="007BFF"/>
                </a:solidFill>
                <a:latin typeface="Arial Rounded MT Bold" panose="020F0704030504030204" pitchFamily="34" charset="0"/>
              </a:rPr>
              <a:t>K</a:t>
            </a:r>
            <a:r>
              <a:rPr sz="3000" spc="-10" dirty="0">
                <a:solidFill>
                  <a:srgbClr val="007BFF"/>
                </a:solidFill>
                <a:latin typeface="Arial Rounded MT Bold" panose="020F0704030504030204" pitchFamily="34" charset="0"/>
                <a:cs typeface="Eras Demi ITC"/>
              </a:rPr>
              <a:t>E</a:t>
            </a:r>
            <a:r>
              <a:rPr sz="3000" spc="-10" dirty="0">
                <a:solidFill>
                  <a:srgbClr val="007BFF"/>
                </a:solidFill>
                <a:latin typeface="Arial Rounded MT Bold" panose="020F0704030504030204" pitchFamily="34" charset="0"/>
              </a:rPr>
              <a:t>S</a:t>
            </a:r>
            <a:r>
              <a:rPr sz="3000" spc="-10" dirty="0">
                <a:solidFill>
                  <a:srgbClr val="007BFF"/>
                </a:solidFill>
                <a:latin typeface="Arial Rounded MT Bold" panose="020F0704030504030204" pitchFamily="34" charset="0"/>
                <a:cs typeface="Eras Demi ITC"/>
              </a:rPr>
              <a:t>I</a:t>
            </a:r>
            <a:r>
              <a:rPr sz="3000" spc="-10" dirty="0">
                <a:solidFill>
                  <a:srgbClr val="007BFF"/>
                </a:solidFill>
                <a:latin typeface="Arial Rounded MT Bold" panose="020F0704030504030204" pitchFamily="34" charset="0"/>
              </a:rPr>
              <a:t>MPUL</a:t>
            </a:r>
            <a:r>
              <a:rPr sz="3000" spc="-10" dirty="0">
                <a:solidFill>
                  <a:srgbClr val="007BFF"/>
                </a:solidFill>
                <a:latin typeface="Arial Rounded MT Bold" panose="020F0704030504030204" pitchFamily="34" charset="0"/>
                <a:cs typeface="Eras Demi ITC"/>
              </a:rPr>
              <a:t>A</a:t>
            </a:r>
            <a:r>
              <a:rPr sz="3000" spc="-10" dirty="0">
                <a:solidFill>
                  <a:srgbClr val="007BFF"/>
                </a:solidFill>
                <a:latin typeface="Arial Rounded MT Bold" panose="020F0704030504030204" pitchFamily="34" charset="0"/>
              </a:rPr>
              <a:t>N</a:t>
            </a:r>
            <a:endParaRPr sz="3000" dirty="0">
              <a:latin typeface="Arial Rounded MT Bold" panose="020F0704030504030204" pitchFamily="34" charset="0"/>
              <a:cs typeface="Eras Demi IT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35100" y="1926618"/>
            <a:ext cx="4357369" cy="63222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90" dirty="0">
                <a:solidFill>
                  <a:srgbClr val="333333"/>
                </a:solidFill>
                <a:latin typeface="Arial Rounded MT Bold" panose="020F0704030504030204" pitchFamily="34" charset="0"/>
                <a:cs typeface="Lucida Sans"/>
              </a:rPr>
              <a:t>An</a:t>
            </a:r>
            <a:r>
              <a:rPr sz="2000" spc="-90" dirty="0">
                <a:solidFill>
                  <a:srgbClr val="333333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2000" spc="-90" dirty="0">
                <a:solidFill>
                  <a:srgbClr val="333333"/>
                </a:solidFill>
                <a:latin typeface="Arial Rounded MT Bold" panose="020F0704030504030204" pitchFamily="34" charset="0"/>
                <a:cs typeface="Lucida Sans"/>
              </a:rPr>
              <a:t>litik</a:t>
            </a:r>
            <a:r>
              <a:rPr sz="2000" spc="-105" dirty="0">
                <a:solidFill>
                  <a:srgbClr val="333333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2000" spc="-30" dirty="0">
                <a:solidFill>
                  <a:srgbClr val="333333"/>
                </a:solidFill>
                <a:latin typeface="Arial Rounded MT Bold" panose="020F0704030504030204" pitchFamily="34" charset="0"/>
                <a:cs typeface="Lucida Sans"/>
              </a:rPr>
              <a:t>d</a:t>
            </a:r>
            <a:r>
              <a:rPr sz="2000" spc="-30" dirty="0">
                <a:solidFill>
                  <a:srgbClr val="333333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2000" spc="-30" dirty="0">
                <a:solidFill>
                  <a:srgbClr val="333333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2000" spc="-30" dirty="0">
                <a:solidFill>
                  <a:srgbClr val="333333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2000" spc="-65" dirty="0">
                <a:solidFill>
                  <a:srgbClr val="333333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2000" spc="-60" dirty="0">
                <a:solidFill>
                  <a:srgbClr val="333333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2000" spc="-60" dirty="0">
                <a:solidFill>
                  <a:srgbClr val="333333"/>
                </a:solidFill>
                <a:latin typeface="Arial Rounded MT Bold" panose="020F0704030504030204" pitchFamily="34" charset="0"/>
                <a:cs typeface="Lucida Sans"/>
              </a:rPr>
              <a:t>d</a:t>
            </a:r>
            <a:r>
              <a:rPr sz="2000" spc="-60" dirty="0">
                <a:solidFill>
                  <a:srgbClr val="333333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2000" spc="-60" dirty="0">
                <a:solidFill>
                  <a:srgbClr val="333333"/>
                </a:solidFill>
                <a:latin typeface="Arial Rounded MT Bold" panose="020F0704030504030204" pitchFamily="34" charset="0"/>
                <a:cs typeface="Lucida Sans"/>
              </a:rPr>
              <a:t>l</a:t>
            </a:r>
            <a:r>
              <a:rPr sz="2000" spc="-60" dirty="0">
                <a:solidFill>
                  <a:srgbClr val="333333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2000" spc="-60" dirty="0">
                <a:solidFill>
                  <a:srgbClr val="333333"/>
                </a:solidFill>
                <a:latin typeface="Arial Rounded MT Bold" panose="020F0704030504030204" pitchFamily="34" charset="0"/>
                <a:cs typeface="Lucida Sans"/>
              </a:rPr>
              <a:t>h</a:t>
            </a:r>
            <a:r>
              <a:rPr sz="2000" spc="-100" dirty="0">
                <a:solidFill>
                  <a:srgbClr val="333333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2000" spc="-90" dirty="0">
                <a:solidFill>
                  <a:srgbClr val="333333"/>
                </a:solidFill>
                <a:latin typeface="Arial Rounded MT Bold" panose="020F0704030504030204" pitchFamily="34" charset="0"/>
                <a:cs typeface="Lucida Sans"/>
              </a:rPr>
              <a:t>kunci</a:t>
            </a:r>
            <a:r>
              <a:rPr sz="2000" spc="-105" dirty="0">
                <a:solidFill>
                  <a:srgbClr val="333333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2000" spc="-30" dirty="0">
                <a:solidFill>
                  <a:srgbClr val="333333"/>
                </a:solidFill>
                <a:latin typeface="Arial Rounded MT Bold" panose="020F0704030504030204" pitchFamily="34" charset="0"/>
                <a:cs typeface="Lucida Sans"/>
              </a:rPr>
              <a:t>d</a:t>
            </a:r>
            <a:r>
              <a:rPr sz="2000" spc="-30" dirty="0">
                <a:solidFill>
                  <a:srgbClr val="333333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2000" spc="-30" dirty="0">
                <a:solidFill>
                  <a:srgbClr val="333333"/>
                </a:solidFill>
                <a:latin typeface="Arial Rounded MT Bold" panose="020F0704030504030204" pitchFamily="34" charset="0"/>
                <a:cs typeface="Lucida Sans"/>
              </a:rPr>
              <a:t>y</a:t>
            </a:r>
            <a:r>
              <a:rPr sz="2000" spc="-30" dirty="0">
                <a:solidFill>
                  <a:srgbClr val="333333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2000" spc="-60" dirty="0">
                <a:solidFill>
                  <a:srgbClr val="333333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2000" spc="-70" dirty="0">
                <a:solidFill>
                  <a:srgbClr val="333333"/>
                </a:solidFill>
                <a:latin typeface="Arial Rounded MT Bold" panose="020F0704030504030204" pitchFamily="34" charset="0"/>
                <a:cs typeface="Lucida Sans"/>
              </a:rPr>
              <a:t>s</a:t>
            </a:r>
            <a:r>
              <a:rPr sz="2000" spc="-70" dirty="0">
                <a:solidFill>
                  <a:srgbClr val="333333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2000" spc="-70" dirty="0">
                <a:solidFill>
                  <a:srgbClr val="333333"/>
                </a:solidFill>
                <a:latin typeface="Arial Rounded MT Bold" panose="020F0704030504030204" pitchFamily="34" charset="0"/>
                <a:cs typeface="Lucida Sans"/>
              </a:rPr>
              <a:t>ing</a:t>
            </a:r>
            <a:r>
              <a:rPr sz="2000" spc="-105" dirty="0">
                <a:solidFill>
                  <a:srgbClr val="333333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2000" spc="-65" dirty="0">
                <a:solidFill>
                  <a:srgbClr val="333333"/>
                </a:solidFill>
                <a:latin typeface="Arial Rounded MT Bold" panose="020F0704030504030204" pitchFamily="34" charset="0"/>
                <a:cs typeface="Lucida Sans"/>
              </a:rPr>
              <a:t>modern</a:t>
            </a:r>
            <a:endParaRPr sz="2000" dirty="0">
              <a:latin typeface="Arial Rounded MT Bold" panose="020F0704030504030204" pitchFamily="34" charset="0"/>
              <a:cs typeface="Lucida San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14527" y="2593847"/>
            <a:ext cx="6221095" cy="1347470"/>
            <a:chOff x="414527" y="2593847"/>
            <a:chExt cx="6221095" cy="1347470"/>
          </a:xfrm>
        </p:grpSpPr>
        <p:sp>
          <p:nvSpPr>
            <p:cNvPr id="20" name="object 20"/>
            <p:cNvSpPr/>
            <p:nvPr/>
          </p:nvSpPr>
          <p:spPr>
            <a:xfrm>
              <a:off x="414527" y="2593847"/>
              <a:ext cx="6221095" cy="1347470"/>
            </a:xfrm>
            <a:custGeom>
              <a:avLst/>
              <a:gdLst/>
              <a:ahLst/>
              <a:cxnLst/>
              <a:rect l="l" t="t" r="r" b="b"/>
              <a:pathLst>
                <a:path w="6221095" h="1347470">
                  <a:moveTo>
                    <a:pt x="6220967" y="1347215"/>
                  </a:moveTo>
                  <a:lnTo>
                    <a:pt x="0" y="1347215"/>
                  </a:lnTo>
                  <a:lnTo>
                    <a:pt x="0" y="0"/>
                  </a:lnTo>
                  <a:lnTo>
                    <a:pt x="6220967" y="0"/>
                  </a:lnTo>
                  <a:lnTo>
                    <a:pt x="6220967" y="130301"/>
                  </a:lnTo>
                  <a:lnTo>
                    <a:pt x="187180" y="130301"/>
                  </a:lnTo>
                  <a:lnTo>
                    <a:pt x="180444" y="133090"/>
                  </a:lnTo>
                  <a:lnTo>
                    <a:pt x="169285" y="144249"/>
                  </a:lnTo>
                  <a:lnTo>
                    <a:pt x="166496" y="150985"/>
                  </a:lnTo>
                  <a:lnTo>
                    <a:pt x="166496" y="1119256"/>
                  </a:lnTo>
                  <a:lnTo>
                    <a:pt x="169285" y="1125992"/>
                  </a:lnTo>
                  <a:lnTo>
                    <a:pt x="180444" y="1137147"/>
                  </a:lnTo>
                  <a:lnTo>
                    <a:pt x="187180" y="1139951"/>
                  </a:lnTo>
                  <a:lnTo>
                    <a:pt x="6220967" y="1139951"/>
                  </a:lnTo>
                  <a:lnTo>
                    <a:pt x="6220967" y="1347215"/>
                  </a:lnTo>
                  <a:close/>
                </a:path>
                <a:path w="6221095" h="1347470">
                  <a:moveTo>
                    <a:pt x="6220967" y="1139951"/>
                  </a:moveTo>
                  <a:lnTo>
                    <a:pt x="6032266" y="1139951"/>
                  </a:lnTo>
                  <a:lnTo>
                    <a:pt x="6039002" y="1137147"/>
                  </a:lnTo>
                  <a:lnTo>
                    <a:pt x="6050157" y="1125992"/>
                  </a:lnTo>
                  <a:lnTo>
                    <a:pt x="6052931" y="1119256"/>
                  </a:lnTo>
                  <a:lnTo>
                    <a:pt x="6052931" y="150985"/>
                  </a:lnTo>
                  <a:lnTo>
                    <a:pt x="6050157" y="144249"/>
                  </a:lnTo>
                  <a:lnTo>
                    <a:pt x="6039002" y="133090"/>
                  </a:lnTo>
                  <a:lnTo>
                    <a:pt x="6032266" y="130301"/>
                  </a:lnTo>
                  <a:lnTo>
                    <a:pt x="6220967" y="130301"/>
                  </a:lnTo>
                  <a:lnTo>
                    <a:pt x="6220967" y="1139951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590550" y="2714625"/>
              <a:ext cx="5886450" cy="1028700"/>
            </a:xfrm>
            <a:custGeom>
              <a:avLst/>
              <a:gdLst/>
              <a:ahLst/>
              <a:cxnLst/>
              <a:rect l="l" t="t" r="r" b="b"/>
              <a:pathLst>
                <a:path w="5886450" h="1028700">
                  <a:moveTo>
                    <a:pt x="5853398" y="1028700"/>
                  </a:moveTo>
                  <a:lnTo>
                    <a:pt x="16523" y="1028700"/>
                  </a:lnTo>
                  <a:lnTo>
                    <a:pt x="14094" y="1027728"/>
                  </a:lnTo>
                  <a:lnTo>
                    <a:pt x="0" y="995648"/>
                  </a:lnTo>
                  <a:lnTo>
                    <a:pt x="0" y="990600"/>
                  </a:lnTo>
                  <a:lnTo>
                    <a:pt x="0" y="33051"/>
                  </a:lnTo>
                  <a:lnTo>
                    <a:pt x="16523" y="0"/>
                  </a:lnTo>
                  <a:lnTo>
                    <a:pt x="5853398" y="0"/>
                  </a:lnTo>
                  <a:lnTo>
                    <a:pt x="5885478" y="28184"/>
                  </a:lnTo>
                  <a:lnTo>
                    <a:pt x="5886450" y="33051"/>
                  </a:lnTo>
                  <a:lnTo>
                    <a:pt x="5886450" y="995648"/>
                  </a:lnTo>
                  <a:lnTo>
                    <a:pt x="5858265" y="1027728"/>
                  </a:lnTo>
                  <a:lnTo>
                    <a:pt x="5853398" y="10287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571500" y="2714624"/>
              <a:ext cx="38100" cy="1028700"/>
            </a:xfrm>
            <a:custGeom>
              <a:avLst/>
              <a:gdLst/>
              <a:ahLst/>
              <a:cxnLst/>
              <a:rect l="l" t="t" r="r" b="b"/>
              <a:pathLst>
                <a:path w="38100" h="1028700">
                  <a:moveTo>
                    <a:pt x="38100" y="1028684"/>
                  </a:moveTo>
                  <a:lnTo>
                    <a:pt x="2789" y="1005222"/>
                  </a:lnTo>
                  <a:lnTo>
                    <a:pt x="0" y="990584"/>
                  </a:lnTo>
                  <a:lnTo>
                    <a:pt x="0" y="38100"/>
                  </a:lnTo>
                  <a:lnTo>
                    <a:pt x="23473" y="2789"/>
                  </a:lnTo>
                  <a:lnTo>
                    <a:pt x="38100" y="0"/>
                  </a:lnTo>
                  <a:lnTo>
                    <a:pt x="38100" y="1028684"/>
                  </a:lnTo>
                  <a:close/>
                </a:path>
              </a:pathLst>
            </a:custGeom>
            <a:solidFill>
              <a:srgbClr val="007BFF"/>
            </a:solidFill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847725" y="3028950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400050" y="200025"/>
                  </a:moveTo>
                  <a:lnTo>
                    <a:pt x="396201" y="239048"/>
                  </a:lnTo>
                  <a:lnTo>
                    <a:pt x="384819" y="276567"/>
                  </a:lnTo>
                  <a:lnTo>
                    <a:pt x="366341" y="311153"/>
                  </a:lnTo>
                  <a:lnTo>
                    <a:pt x="341461" y="341461"/>
                  </a:lnTo>
                  <a:lnTo>
                    <a:pt x="311153" y="366341"/>
                  </a:lnTo>
                  <a:lnTo>
                    <a:pt x="276567" y="384819"/>
                  </a:lnTo>
                  <a:lnTo>
                    <a:pt x="239048" y="396201"/>
                  </a:lnTo>
                  <a:lnTo>
                    <a:pt x="200025" y="400050"/>
                  </a:lnTo>
                  <a:lnTo>
                    <a:pt x="190197" y="399810"/>
                  </a:lnTo>
                  <a:lnTo>
                    <a:pt x="151412" y="394049"/>
                  </a:lnTo>
                  <a:lnTo>
                    <a:pt x="114494" y="380840"/>
                  </a:lnTo>
                  <a:lnTo>
                    <a:pt x="80859" y="360681"/>
                  </a:lnTo>
                  <a:lnTo>
                    <a:pt x="51806" y="334343"/>
                  </a:lnTo>
                  <a:lnTo>
                    <a:pt x="28450" y="302846"/>
                  </a:lnTo>
                  <a:lnTo>
                    <a:pt x="11687" y="267397"/>
                  </a:lnTo>
                  <a:lnTo>
                    <a:pt x="2161" y="229365"/>
                  </a:lnTo>
                  <a:lnTo>
                    <a:pt x="0" y="200025"/>
                  </a:lnTo>
                  <a:lnTo>
                    <a:pt x="240" y="190197"/>
                  </a:lnTo>
                  <a:lnTo>
                    <a:pt x="5995" y="151412"/>
                  </a:lnTo>
                  <a:lnTo>
                    <a:pt x="19208" y="114493"/>
                  </a:lnTo>
                  <a:lnTo>
                    <a:pt x="39369" y="80858"/>
                  </a:lnTo>
                  <a:lnTo>
                    <a:pt x="65704" y="51809"/>
                  </a:lnTo>
                  <a:lnTo>
                    <a:pt x="97201" y="28449"/>
                  </a:lnTo>
                  <a:lnTo>
                    <a:pt x="132652" y="11690"/>
                  </a:lnTo>
                  <a:lnTo>
                    <a:pt x="170684" y="2161"/>
                  </a:lnTo>
                  <a:lnTo>
                    <a:pt x="200025" y="0"/>
                  </a:lnTo>
                  <a:lnTo>
                    <a:pt x="209851" y="240"/>
                  </a:lnTo>
                  <a:lnTo>
                    <a:pt x="248637" y="5996"/>
                  </a:lnTo>
                  <a:lnTo>
                    <a:pt x="285554" y="19209"/>
                  </a:lnTo>
                  <a:lnTo>
                    <a:pt x="319187" y="39368"/>
                  </a:lnTo>
                  <a:lnTo>
                    <a:pt x="348240" y="65705"/>
                  </a:lnTo>
                  <a:lnTo>
                    <a:pt x="371600" y="97199"/>
                  </a:lnTo>
                  <a:lnTo>
                    <a:pt x="388359" y="132652"/>
                  </a:lnTo>
                  <a:lnTo>
                    <a:pt x="397884" y="170684"/>
                  </a:lnTo>
                  <a:lnTo>
                    <a:pt x="400050" y="200025"/>
                  </a:lnTo>
                  <a:close/>
                </a:path>
              </a:pathLst>
            </a:custGeom>
            <a:ln w="19050">
              <a:solidFill>
                <a:srgbClr val="007BFF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Arial Rounded MT Bold" panose="020F0704030504030204" pitchFamily="34" charset="0"/>
              </a:endParaRPr>
            </a:p>
          </p:txBody>
        </p:sp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8375" y="3149584"/>
              <a:ext cx="158750" cy="158750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1435099" y="2896991"/>
            <a:ext cx="4730877" cy="6823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3599"/>
              </a:lnSpc>
              <a:spcBef>
                <a:spcPts val="95"/>
              </a:spcBef>
            </a:pPr>
            <a:r>
              <a:rPr sz="2000" spc="-20" dirty="0">
                <a:solidFill>
                  <a:srgbClr val="333333"/>
                </a:solidFill>
                <a:latin typeface="Arial Rounded MT Bold" panose="020F0704030504030204" pitchFamily="34" charset="0"/>
                <a:cs typeface="Trebuchet MS"/>
              </a:rPr>
              <a:t>P</a:t>
            </a:r>
            <a:r>
              <a:rPr sz="2000" spc="-20" dirty="0">
                <a:solidFill>
                  <a:srgbClr val="333333"/>
                </a:solidFill>
                <a:latin typeface="Arial Rounded MT Bold" panose="020F0704030504030204" pitchFamily="34" charset="0"/>
                <a:cs typeface="Lucida Sans"/>
              </a:rPr>
              <a:t>roses</a:t>
            </a:r>
            <a:r>
              <a:rPr sz="2000" spc="-50" dirty="0">
                <a:solidFill>
                  <a:srgbClr val="333333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2000" spc="-55" dirty="0">
                <a:solidFill>
                  <a:srgbClr val="333333"/>
                </a:solidFill>
                <a:latin typeface="Arial Rounded MT Bold" panose="020F0704030504030204" pitchFamily="34" charset="0"/>
                <a:cs typeface="Lucida Sans"/>
              </a:rPr>
              <a:t>terstruktur</a:t>
            </a:r>
            <a:r>
              <a:rPr sz="2000" spc="-50" dirty="0">
                <a:solidFill>
                  <a:srgbClr val="333333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2000" spc="-95" dirty="0">
                <a:solidFill>
                  <a:srgbClr val="333333"/>
                </a:solidFill>
                <a:latin typeface="Arial Rounded MT Bold" panose="020F0704030504030204" pitchFamily="34" charset="0"/>
                <a:cs typeface="Lucida Sans"/>
              </a:rPr>
              <a:t>mengh</a:t>
            </a:r>
            <a:r>
              <a:rPr sz="2000" spc="-95" dirty="0">
                <a:solidFill>
                  <a:srgbClr val="333333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2000" spc="-95" dirty="0">
                <a:solidFill>
                  <a:srgbClr val="333333"/>
                </a:solidFill>
                <a:latin typeface="Arial Rounded MT Bold" panose="020F0704030504030204" pitchFamily="34" charset="0"/>
                <a:cs typeface="Lucida Sans"/>
              </a:rPr>
              <a:t>silk</a:t>
            </a:r>
            <a:r>
              <a:rPr sz="2000" spc="-95" dirty="0">
                <a:solidFill>
                  <a:srgbClr val="333333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2000" spc="-95" dirty="0">
                <a:solidFill>
                  <a:srgbClr val="333333"/>
                </a:solidFill>
                <a:latin typeface="Arial Rounded MT Bold" panose="020F0704030504030204" pitchFamily="34" charset="0"/>
                <a:cs typeface="Lucida Sans"/>
              </a:rPr>
              <a:t>n</a:t>
            </a:r>
            <a:r>
              <a:rPr sz="2000" spc="-80" dirty="0">
                <a:solidFill>
                  <a:srgbClr val="333333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2000" spc="-65" dirty="0">
                <a:solidFill>
                  <a:srgbClr val="333333"/>
                </a:solidFill>
                <a:latin typeface="Arial Rounded MT Bold" panose="020F0704030504030204" pitchFamily="34" charset="0"/>
                <a:cs typeface="Lucida Sans"/>
              </a:rPr>
              <a:t>keputus</a:t>
            </a:r>
            <a:r>
              <a:rPr sz="2000" spc="-65" dirty="0">
                <a:solidFill>
                  <a:srgbClr val="333333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2000" spc="-65" dirty="0">
                <a:solidFill>
                  <a:srgbClr val="333333"/>
                </a:solidFill>
                <a:latin typeface="Arial Rounded MT Bold" panose="020F0704030504030204" pitchFamily="34" charset="0"/>
                <a:cs typeface="Lucida Sans"/>
              </a:rPr>
              <a:t>n</a:t>
            </a:r>
            <a:r>
              <a:rPr sz="2000" spc="-80" dirty="0">
                <a:solidFill>
                  <a:srgbClr val="333333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2000" spc="-35" dirty="0">
                <a:solidFill>
                  <a:srgbClr val="333333"/>
                </a:solidFill>
                <a:latin typeface="Arial Rounded MT Bold" panose="020F0704030504030204" pitchFamily="34" charset="0"/>
                <a:cs typeface="Lucida Sans"/>
              </a:rPr>
              <a:t>y</a:t>
            </a:r>
            <a:r>
              <a:rPr sz="2000" spc="-35" dirty="0">
                <a:solidFill>
                  <a:srgbClr val="333333"/>
                </a:solidFill>
                <a:latin typeface="Arial Rounded MT Bold" panose="020F0704030504030204" pitchFamily="34" charset="0"/>
                <a:cs typeface="Trebuchet MS"/>
              </a:rPr>
              <a:t>a</a:t>
            </a:r>
            <a:r>
              <a:rPr sz="2000" spc="-35" dirty="0">
                <a:solidFill>
                  <a:srgbClr val="333333"/>
                </a:solidFill>
                <a:latin typeface="Arial Rounded MT Bold" panose="020F0704030504030204" pitchFamily="34" charset="0"/>
                <a:cs typeface="Lucida Sans"/>
              </a:rPr>
              <a:t>ng </a:t>
            </a:r>
            <a:r>
              <a:rPr sz="2000" spc="-10" dirty="0">
                <a:solidFill>
                  <a:srgbClr val="333333"/>
                </a:solidFill>
                <a:latin typeface="Arial Rounded MT Bold" panose="020F0704030504030204" pitchFamily="34" charset="0"/>
                <a:cs typeface="Lucida Sans"/>
              </a:rPr>
              <a:t>objektif</a:t>
            </a:r>
            <a:endParaRPr sz="2000" dirty="0">
              <a:latin typeface="Arial Rounded MT Bold" panose="020F0704030504030204" pitchFamily="34" charset="0"/>
              <a:cs typeface="Lucida San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58800" y="4229410"/>
            <a:ext cx="5422900" cy="1022909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 marR="5080">
              <a:lnSpc>
                <a:spcPts val="3750"/>
              </a:lnSpc>
              <a:spcBef>
                <a:spcPts val="670"/>
              </a:spcBef>
            </a:pPr>
            <a:r>
              <a:rPr sz="3000" spc="-204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Terima</a:t>
            </a:r>
            <a:r>
              <a:rPr sz="3000" spc="-335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3000" spc="-13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kasih</a:t>
            </a:r>
            <a:r>
              <a:rPr sz="3000" spc="-365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300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atas</a:t>
            </a:r>
            <a:r>
              <a:rPr sz="3000" spc="-254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3000" spc="-100" dirty="0" err="1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perhatian</a:t>
            </a:r>
            <a:r>
              <a:rPr sz="3000" spc="-10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3000" spc="-20" dirty="0">
                <a:solidFill>
                  <a:srgbClr val="003366"/>
                </a:solidFill>
                <a:latin typeface="Arial Rounded MT Bold" panose="020F0704030504030204" pitchFamily="34" charset="0"/>
                <a:cs typeface="Eras Demi ITC"/>
              </a:rPr>
              <a:t>A</a:t>
            </a:r>
            <a:r>
              <a:rPr sz="3000" spc="-20" dirty="0">
                <a:solidFill>
                  <a:srgbClr val="003366"/>
                </a:solidFill>
                <a:latin typeface="Arial Rounded MT Bold" panose="020F0704030504030204" pitchFamily="34" charset="0"/>
                <a:cs typeface="Lucida Sans"/>
              </a:rPr>
              <a:t>nda</a:t>
            </a:r>
            <a:endParaRPr sz="3000" dirty="0">
              <a:latin typeface="Arial Rounded MT Bold" panose="020F0704030504030204" pitchFamily="34" charset="0"/>
              <a:cs typeface="Lucida Sans"/>
            </a:endParaRPr>
          </a:p>
        </p:txBody>
      </p:sp>
      <p:sp>
        <p:nvSpPr>
          <p:cNvPr id="27" name="object 26">
            <a:extLst>
              <a:ext uri="{FF2B5EF4-FFF2-40B4-BE49-F238E27FC236}">
                <a16:creationId xmlns:a16="http://schemas.microsoft.com/office/drawing/2014/main" id="{4E7142D4-845E-40AE-8A96-F766CD9826FE}"/>
              </a:ext>
            </a:extLst>
          </p:cNvPr>
          <p:cNvSpPr txBox="1"/>
          <p:nvPr/>
        </p:nvSpPr>
        <p:spPr>
          <a:xfrm>
            <a:off x="558800" y="6287372"/>
            <a:ext cx="4013200" cy="19171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spc="-3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©</a:t>
            </a:r>
            <a:r>
              <a:rPr sz="1150" spc="-6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150" spc="-85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2026</a:t>
            </a:r>
            <a:r>
              <a:rPr sz="1150" spc="-6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1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P</a:t>
            </a:r>
            <a:r>
              <a:rPr sz="11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eng</a:t>
            </a:r>
            <a:r>
              <a:rPr sz="11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1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0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1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050" spc="-1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r</a:t>
            </a:r>
            <a:r>
              <a:rPr sz="1050" spc="-3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n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li</a:t>
            </a:r>
            <a:r>
              <a:rPr sz="10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ik</a:t>
            </a:r>
            <a:r>
              <a:rPr sz="1150" spc="-45" dirty="0">
                <a:solidFill>
                  <a:srgbClr val="ACB4BD"/>
                </a:solidFill>
                <a:latin typeface="Arial Rounded MT Bold" panose="020F0704030504030204" pitchFamily="34" charset="0"/>
                <a:cs typeface="Trebuchet MS"/>
              </a:rPr>
              <a:t> </a:t>
            </a:r>
            <a:r>
              <a:rPr sz="1150" spc="-5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Da</a:t>
            </a:r>
            <a:r>
              <a:rPr sz="1050" spc="-5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t</a:t>
            </a:r>
            <a:r>
              <a:rPr sz="1150" spc="-5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a</a:t>
            </a:r>
            <a:r>
              <a:rPr sz="1150" spc="-55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 </a:t>
            </a:r>
            <a:r>
              <a:rPr sz="115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|</a:t>
            </a:r>
            <a:r>
              <a:rPr lang="en-US" sz="1150" spc="-60" dirty="0">
                <a:solidFill>
                  <a:srgbClr val="ACB4BD"/>
                </a:solidFill>
                <a:latin typeface="Arial Rounded MT Bold" panose="020F0704030504030204" pitchFamily="34" charset="0"/>
                <a:cs typeface="Lucida Sans"/>
              </a:rPr>
              <a:t> Cisco Networking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</TotalTime>
  <Words>742</Words>
  <Application>Microsoft Office PowerPoint</Application>
  <PresentationFormat>Widescreen</PresentationFormat>
  <Paragraphs>114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 Rounded MT Bold</vt:lpstr>
      <vt:lpstr>Lucida Sans</vt:lpstr>
      <vt:lpstr>Office Theme</vt:lpstr>
      <vt:lpstr>PRESENTASI UTAMA</vt:lpstr>
      <vt:lpstr>Apa itu Analitik Data?</vt:lpstr>
      <vt:lpstr>DAFTAR ISI Peta Perjalanan Sesi</vt:lpstr>
      <vt:lpstr>EMPAT TIPE ANALITIK DATA Dari Pemahaman Masa Lalu Menuju Optimasi Masa Depan</vt:lpstr>
      <vt:lpstr>Mendalami Jenis Analisis</vt:lpstr>
      <vt:lpstr>Mendalami Jenis Analisis  </vt:lpstr>
      <vt:lpstr>Siklus Hidup Analisis Data</vt:lpstr>
      <vt:lpstr>6 Langkah Proses Analitik Data</vt:lpstr>
      <vt:lpstr>Penerapan dalam Dunia Bisnis</vt:lpstr>
      <vt:lpstr>KESIMPULAN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PRESENTASI UTAMA</dc:title>
  <dc:creator>M. Rizko Sefta Al H</dc:creator>
  <cp:lastModifiedBy>Muhammad Rizko Sefta Al Hafiez</cp:lastModifiedBy>
  <cp:revision>6</cp:revision>
  <dcterms:created xsi:type="dcterms:W3CDTF">2026-06-01T09:27:14Z</dcterms:created>
  <dcterms:modified xsi:type="dcterms:W3CDTF">2026-06-01T10:18:27Z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2026-06-01T00:00:00Z</vt:filetime>
  </property>
  <property fmtid="{D5CDD505-2E9C-101B-9397-08002B2CF9AE}" pid="3" name="LastSaved">
    <vt:filetime>2026-06-01T00:00:00Z</vt:filetime>
  </property>
  <property fmtid="{D5CDD505-2E9C-101B-9397-08002B2CF9AE}" pid="4" name="Producer">
    <vt:lpwstr>3-Heights(TM) PDF Security Shell 4.8.25.2 (http://www.pdf-tools.com)</vt:lpwstr>
  </property>
</Properties>
</file>